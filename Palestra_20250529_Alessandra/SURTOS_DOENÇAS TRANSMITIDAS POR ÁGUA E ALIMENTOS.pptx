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256" r:id="rId2"/>
    <p:sldId id="343" r:id="rId3"/>
    <p:sldId id="357" r:id="rId4"/>
    <p:sldId id="356" r:id="rId5"/>
    <p:sldId id="358" r:id="rId6"/>
    <p:sldId id="351" r:id="rId7"/>
    <p:sldId id="349" r:id="rId8"/>
    <p:sldId id="264" r:id="rId9"/>
    <p:sldId id="266" r:id="rId10"/>
    <p:sldId id="344" r:id="rId11"/>
    <p:sldId id="345" r:id="rId12"/>
    <p:sldId id="346" r:id="rId13"/>
    <p:sldId id="336" r:id="rId14"/>
    <p:sldId id="347" r:id="rId15"/>
    <p:sldId id="348" r:id="rId16"/>
    <p:sldId id="355" r:id="rId17"/>
    <p:sldId id="268" r:id="rId18"/>
    <p:sldId id="352" r:id="rId19"/>
    <p:sldId id="353" r:id="rId20"/>
    <p:sldId id="265" r:id="rId21"/>
    <p:sldId id="261" r:id="rId22"/>
    <p:sldId id="262" r:id="rId23"/>
    <p:sldId id="263" r:id="rId24"/>
    <p:sldId id="269" r:id="rId25"/>
    <p:sldId id="270" r:id="rId26"/>
    <p:sldId id="271" r:id="rId27"/>
    <p:sldId id="272" r:id="rId28"/>
    <p:sldId id="279" r:id="rId29"/>
    <p:sldId id="280" r:id="rId30"/>
    <p:sldId id="354" r:id="rId31"/>
    <p:sldId id="278" r:id="rId32"/>
    <p:sldId id="284" r:id="rId33"/>
    <p:sldId id="288" r:id="rId34"/>
    <p:sldId id="286" r:id="rId35"/>
    <p:sldId id="287" r:id="rId36"/>
    <p:sldId id="296" r:id="rId37"/>
    <p:sldId id="297" r:id="rId38"/>
    <p:sldId id="298" r:id="rId39"/>
    <p:sldId id="299" r:id="rId40"/>
    <p:sldId id="329" r:id="rId41"/>
    <p:sldId id="333" r:id="rId42"/>
    <p:sldId id="305" r:id="rId43"/>
    <p:sldId id="334" r:id="rId44"/>
    <p:sldId id="335" r:id="rId45"/>
    <p:sldId id="306" r:id="rId46"/>
    <p:sldId id="308" r:id="rId47"/>
    <p:sldId id="327" r:id="rId48"/>
    <p:sldId id="328" r:id="rId49"/>
    <p:sldId id="350" r:id="rId50"/>
    <p:sldId id="258" r:id="rId5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D8F9"/>
    <a:srgbClr val="FFFA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036E0E-9C57-4F3A-AAE8-5EB94CCA7349}" v="514" dt="2025-05-29T13:45:07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84" autoAdjust="0"/>
    <p:restoredTop sz="96357" autoAdjust="0"/>
  </p:normalViewPr>
  <p:slideViewPr>
    <p:cSldViewPr snapToGrid="0">
      <p:cViewPr varScale="1">
        <p:scale>
          <a:sx n="69" d="100"/>
          <a:sy n="69" d="100"/>
        </p:scale>
        <p:origin x="37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a Lucchesi de Menezes Xavier Franco" userId="5f3dfa65-372e-4b40-99bb-2f920f7b3615" providerId="ADAL" clId="{FA036E0E-9C57-4F3A-AAE8-5EB94CCA7349}"/>
    <pc:docChg chg="undo custSel addSld delSld modSld sldOrd">
      <pc:chgData name="Alessandra Lucchesi de Menezes Xavier Franco" userId="5f3dfa65-372e-4b40-99bb-2f920f7b3615" providerId="ADAL" clId="{FA036E0E-9C57-4F3A-AAE8-5EB94CCA7349}" dt="2025-05-29T13:52:05.924" v="2567" actId="5793"/>
      <pc:docMkLst>
        <pc:docMk/>
      </pc:docMkLst>
      <pc:sldChg chg="modSp mod">
        <pc:chgData name="Alessandra Lucchesi de Menezes Xavier Franco" userId="5f3dfa65-372e-4b40-99bb-2f920f7b3615" providerId="ADAL" clId="{FA036E0E-9C57-4F3A-AAE8-5EB94CCA7349}" dt="2025-05-29T13:25:21.938" v="2422" actId="20577"/>
        <pc:sldMkLst>
          <pc:docMk/>
          <pc:sldMk cId="3541278742" sldId="256"/>
        </pc:sldMkLst>
        <pc:spChg chg="mod">
          <ac:chgData name="Alessandra Lucchesi de Menezes Xavier Franco" userId="5f3dfa65-372e-4b40-99bb-2f920f7b3615" providerId="ADAL" clId="{FA036E0E-9C57-4F3A-AAE8-5EB94CCA7349}" dt="2025-05-29T13:25:21.938" v="2422" actId="20577"/>
          <ac:spMkLst>
            <pc:docMk/>
            <pc:sldMk cId="3541278742" sldId="256"/>
            <ac:spMk id="16" creationId="{B8D3994E-2F48-AC7A-CB89-89DE77EB8EAA}"/>
          </ac:spMkLst>
        </pc:spChg>
      </pc:sldChg>
      <pc:sldChg chg="mod modShow">
        <pc:chgData name="Alessandra Lucchesi de Menezes Xavier Franco" userId="5f3dfa65-372e-4b40-99bb-2f920f7b3615" providerId="ADAL" clId="{FA036E0E-9C57-4F3A-AAE8-5EB94CCA7349}" dt="2025-05-29T12:11:46.766" v="300" actId="729"/>
        <pc:sldMkLst>
          <pc:docMk/>
          <pc:sldMk cId="3888803445" sldId="268"/>
        </pc:sldMkLst>
      </pc:sldChg>
      <pc:sldChg chg="addSp delSp modSp mod delAnim modAnim">
        <pc:chgData name="Alessandra Lucchesi de Menezes Xavier Franco" userId="5f3dfa65-372e-4b40-99bb-2f920f7b3615" providerId="ADAL" clId="{FA036E0E-9C57-4F3A-AAE8-5EB94CCA7349}" dt="2025-05-29T12:13:04.711" v="307" actId="478"/>
        <pc:sldMkLst>
          <pc:docMk/>
          <pc:sldMk cId="2365404279" sldId="272"/>
        </pc:sldMkLst>
        <pc:spChg chg="add del mod">
          <ac:chgData name="Alessandra Lucchesi de Menezes Xavier Franco" userId="5f3dfa65-372e-4b40-99bb-2f920f7b3615" providerId="ADAL" clId="{FA036E0E-9C57-4F3A-AAE8-5EB94CCA7349}" dt="2025-05-29T12:13:04.711" v="307" actId="478"/>
          <ac:spMkLst>
            <pc:docMk/>
            <pc:sldMk cId="2365404279" sldId="272"/>
            <ac:spMk id="4" creationId="{92DFB65B-1C10-46F0-3A49-784FCB0AB9BD}"/>
          </ac:spMkLst>
        </pc:spChg>
      </pc:sldChg>
      <pc:sldChg chg="mod modShow">
        <pc:chgData name="Alessandra Lucchesi de Menezes Xavier Franco" userId="5f3dfa65-372e-4b40-99bb-2f920f7b3615" providerId="ADAL" clId="{FA036E0E-9C57-4F3A-AAE8-5EB94CCA7349}" dt="2025-05-29T13:12:13.646" v="1997" actId="729"/>
        <pc:sldMkLst>
          <pc:docMk/>
          <pc:sldMk cId="155583843" sldId="278"/>
        </pc:sldMkLst>
      </pc:sldChg>
      <pc:sldChg chg="mod modShow">
        <pc:chgData name="Alessandra Lucchesi de Menezes Xavier Franco" userId="5f3dfa65-372e-4b40-99bb-2f920f7b3615" providerId="ADAL" clId="{FA036E0E-9C57-4F3A-AAE8-5EB94CCA7349}" dt="2025-05-29T13:12:29.545" v="1998" actId="729"/>
        <pc:sldMkLst>
          <pc:docMk/>
          <pc:sldMk cId="2964124091" sldId="286"/>
        </pc:sldMkLst>
      </pc:sldChg>
      <pc:sldChg chg="del">
        <pc:chgData name="Alessandra Lucchesi de Menezes Xavier Franco" userId="5f3dfa65-372e-4b40-99bb-2f920f7b3615" providerId="ADAL" clId="{FA036E0E-9C57-4F3A-AAE8-5EB94CCA7349}" dt="2025-05-29T13:12:37.492" v="1999" actId="47"/>
        <pc:sldMkLst>
          <pc:docMk/>
          <pc:sldMk cId="1492987822" sldId="291"/>
        </pc:sldMkLst>
      </pc:sldChg>
      <pc:sldChg chg="del mod modShow">
        <pc:chgData name="Alessandra Lucchesi de Menezes Xavier Franco" userId="5f3dfa65-372e-4b40-99bb-2f920f7b3615" providerId="ADAL" clId="{FA036E0E-9C57-4F3A-AAE8-5EB94CCA7349}" dt="2025-05-29T13:12:39.065" v="2001" actId="47"/>
        <pc:sldMkLst>
          <pc:docMk/>
          <pc:sldMk cId="1874414825" sldId="292"/>
        </pc:sldMkLst>
      </pc:sldChg>
      <pc:sldChg chg="del mod modShow">
        <pc:chgData name="Alessandra Lucchesi de Menezes Xavier Franco" userId="5f3dfa65-372e-4b40-99bb-2f920f7b3615" providerId="ADAL" clId="{FA036E0E-9C57-4F3A-AAE8-5EB94CCA7349}" dt="2025-05-29T13:12:38.237" v="2000" actId="47"/>
        <pc:sldMkLst>
          <pc:docMk/>
          <pc:sldMk cId="1548096434" sldId="293"/>
        </pc:sldMkLst>
      </pc:sldChg>
      <pc:sldChg chg="addSp modSp new mod ord">
        <pc:chgData name="Alessandra Lucchesi de Menezes Xavier Franco" userId="5f3dfa65-372e-4b40-99bb-2f920f7b3615" providerId="ADAL" clId="{FA036E0E-9C57-4F3A-AAE8-5EB94CCA7349}" dt="2025-05-29T13:06:41.974" v="1970"/>
        <pc:sldMkLst>
          <pc:docMk/>
          <pc:sldMk cId="1072464049" sldId="336"/>
        </pc:sldMkLst>
        <pc:spChg chg="add mod">
          <ac:chgData name="Alessandra Lucchesi de Menezes Xavier Franco" userId="5f3dfa65-372e-4b40-99bb-2f920f7b3615" providerId="ADAL" clId="{FA036E0E-9C57-4F3A-AAE8-5EB94CCA7349}" dt="2025-05-29T12:04:24.003" v="64" actId="1076"/>
          <ac:spMkLst>
            <pc:docMk/>
            <pc:sldMk cId="1072464049" sldId="336"/>
            <ac:spMk id="3" creationId="{8AA5B1C4-A390-89F8-DDFD-56738E034C0F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04:20.928" v="63" actId="20577"/>
          <ac:spMkLst>
            <pc:docMk/>
            <pc:sldMk cId="1072464049" sldId="336"/>
            <ac:spMk id="4" creationId="{799EEC2B-D8E3-8F3D-5500-9D47AC61539F}"/>
          </ac:spMkLst>
        </pc:spChg>
      </pc:sldChg>
      <pc:sldChg chg="addSp delSp modSp new del mod modShow">
        <pc:chgData name="Alessandra Lucchesi de Menezes Xavier Franco" userId="5f3dfa65-372e-4b40-99bb-2f920f7b3615" providerId="ADAL" clId="{FA036E0E-9C57-4F3A-AAE8-5EB94CCA7349}" dt="2025-05-29T13:23:47.765" v="2352" actId="47"/>
        <pc:sldMkLst>
          <pc:docMk/>
          <pc:sldMk cId="83030839" sldId="337"/>
        </pc:sldMkLst>
        <pc:spChg chg="add mod">
          <ac:chgData name="Alessandra Lucchesi de Menezes Xavier Franco" userId="5f3dfa65-372e-4b40-99bb-2f920f7b3615" providerId="ADAL" clId="{FA036E0E-9C57-4F3A-AAE8-5EB94CCA7349}" dt="2025-05-29T12:06:23.541" v="208" actId="1076"/>
          <ac:spMkLst>
            <pc:docMk/>
            <pc:sldMk cId="83030839" sldId="337"/>
            <ac:spMk id="3" creationId="{0F942286-FEE9-709E-F92A-98127533A965}"/>
          </ac:spMkLst>
        </pc:spChg>
        <pc:picChg chg="add del mod">
          <ac:chgData name="Alessandra Lucchesi de Menezes Xavier Franco" userId="5f3dfa65-372e-4b40-99bb-2f920f7b3615" providerId="ADAL" clId="{FA036E0E-9C57-4F3A-AAE8-5EB94CCA7349}" dt="2025-05-29T12:05:53.994" v="129" actId="478"/>
          <ac:picMkLst>
            <pc:docMk/>
            <pc:sldMk cId="83030839" sldId="337"/>
            <ac:picMk id="2" creationId="{8B2D302B-FE5F-9B20-3216-7DA13C3ED9F7}"/>
          </ac:picMkLst>
        </pc:picChg>
      </pc:sldChg>
      <pc:sldChg chg="addSp delSp modSp add del mod modShow">
        <pc:chgData name="Alessandra Lucchesi de Menezes Xavier Franco" userId="5f3dfa65-372e-4b40-99bb-2f920f7b3615" providerId="ADAL" clId="{FA036E0E-9C57-4F3A-AAE8-5EB94CCA7349}" dt="2025-05-29T13:23:44.457" v="2349" actId="47"/>
        <pc:sldMkLst>
          <pc:docMk/>
          <pc:sldMk cId="1600150199" sldId="338"/>
        </pc:sldMkLst>
        <pc:picChg chg="del">
          <ac:chgData name="Alessandra Lucchesi de Menezes Xavier Franco" userId="5f3dfa65-372e-4b40-99bb-2f920f7b3615" providerId="ADAL" clId="{FA036E0E-9C57-4F3A-AAE8-5EB94CCA7349}" dt="2025-05-29T12:05:14.456" v="113" actId="478"/>
          <ac:picMkLst>
            <pc:docMk/>
            <pc:sldMk cId="1600150199" sldId="338"/>
            <ac:picMk id="2" creationId="{B109E091-DD93-57A4-953E-1B87B67739C9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2:05:21.234" v="116" actId="1076"/>
          <ac:picMkLst>
            <pc:docMk/>
            <pc:sldMk cId="1600150199" sldId="338"/>
            <ac:picMk id="4" creationId="{95465236-13AD-ACB3-FA26-72A65B381AEB}"/>
          </ac:picMkLst>
        </pc:picChg>
      </pc:sldChg>
      <pc:sldChg chg="addSp delSp modSp add del mod modShow">
        <pc:chgData name="Alessandra Lucchesi de Menezes Xavier Franco" userId="5f3dfa65-372e-4b40-99bb-2f920f7b3615" providerId="ADAL" clId="{FA036E0E-9C57-4F3A-AAE8-5EB94CCA7349}" dt="2025-05-29T13:23:42.692" v="2348" actId="47"/>
        <pc:sldMkLst>
          <pc:docMk/>
          <pc:sldMk cId="2250966832" sldId="339"/>
        </pc:sldMkLst>
        <pc:picChg chg="del">
          <ac:chgData name="Alessandra Lucchesi de Menezes Xavier Franco" userId="5f3dfa65-372e-4b40-99bb-2f920f7b3615" providerId="ADAL" clId="{FA036E0E-9C57-4F3A-AAE8-5EB94CCA7349}" dt="2025-05-29T12:05:13.396" v="112" actId="478"/>
          <ac:picMkLst>
            <pc:docMk/>
            <pc:sldMk cId="2250966832" sldId="339"/>
            <ac:picMk id="2" creationId="{5434E49A-27CA-B67D-D1BD-8C133F2290D6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2:05:30.505" v="119" actId="1076"/>
          <ac:picMkLst>
            <pc:docMk/>
            <pc:sldMk cId="2250966832" sldId="339"/>
            <ac:picMk id="4" creationId="{54693AB2-584A-2556-92A4-73FFA9571E51}"/>
          </ac:picMkLst>
        </pc:picChg>
      </pc:sldChg>
      <pc:sldChg chg="addSp delSp modSp add del mod modShow">
        <pc:chgData name="Alessandra Lucchesi de Menezes Xavier Franco" userId="5f3dfa65-372e-4b40-99bb-2f920f7b3615" providerId="ADAL" clId="{FA036E0E-9C57-4F3A-AAE8-5EB94CCA7349}" dt="2025-05-29T13:23:41.773" v="2347" actId="47"/>
        <pc:sldMkLst>
          <pc:docMk/>
          <pc:sldMk cId="242974177" sldId="340"/>
        </pc:sldMkLst>
        <pc:picChg chg="add mod">
          <ac:chgData name="Alessandra Lucchesi de Menezes Xavier Franco" userId="5f3dfa65-372e-4b40-99bb-2f920f7b3615" providerId="ADAL" clId="{FA036E0E-9C57-4F3A-AAE8-5EB94CCA7349}" dt="2025-05-29T12:05:43.653" v="126" actId="1076"/>
          <ac:picMkLst>
            <pc:docMk/>
            <pc:sldMk cId="242974177" sldId="340"/>
            <ac:picMk id="2" creationId="{223E479C-F2FA-B6DA-3C31-6FAC1A58723B}"/>
          </ac:picMkLst>
        </pc:picChg>
        <pc:picChg chg="del">
          <ac:chgData name="Alessandra Lucchesi de Menezes Xavier Franco" userId="5f3dfa65-372e-4b40-99bb-2f920f7b3615" providerId="ADAL" clId="{FA036E0E-9C57-4F3A-AAE8-5EB94CCA7349}" dt="2025-05-29T12:05:38.776" v="121" actId="478"/>
          <ac:picMkLst>
            <pc:docMk/>
            <pc:sldMk cId="242974177" sldId="340"/>
            <ac:picMk id="4" creationId="{1794E51B-F117-73A2-035F-1C3593966C56}"/>
          </ac:picMkLst>
        </pc:picChg>
      </pc:sldChg>
      <pc:sldChg chg="addSp delSp modSp add del mod modShow">
        <pc:chgData name="Alessandra Lucchesi de Menezes Xavier Franco" userId="5f3dfa65-372e-4b40-99bb-2f920f7b3615" providerId="ADAL" clId="{FA036E0E-9C57-4F3A-AAE8-5EB94CCA7349}" dt="2025-05-29T13:23:46.716" v="2351" actId="47"/>
        <pc:sldMkLst>
          <pc:docMk/>
          <pc:sldMk cId="78815509" sldId="341"/>
        </pc:sldMkLst>
        <pc:spChg chg="add mod">
          <ac:chgData name="Alessandra Lucchesi de Menezes Xavier Franco" userId="5f3dfa65-372e-4b40-99bb-2f920f7b3615" providerId="ADAL" clId="{FA036E0E-9C57-4F3A-AAE8-5EB94CCA7349}" dt="2025-05-29T12:10:23.185" v="297" actId="1076"/>
          <ac:spMkLst>
            <pc:docMk/>
            <pc:sldMk cId="78815509" sldId="341"/>
            <ac:spMk id="6" creationId="{26AC018F-4950-61E1-5D66-BC3C56F83E3C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10:28.514" v="299" actId="14100"/>
          <ac:spMkLst>
            <pc:docMk/>
            <pc:sldMk cId="78815509" sldId="341"/>
            <ac:spMk id="7" creationId="{45C4A850-9D85-C864-F289-3F5773C3DA8A}"/>
          </ac:spMkLst>
        </pc:spChg>
        <pc:picChg chg="del">
          <ac:chgData name="Alessandra Lucchesi de Menezes Xavier Franco" userId="5f3dfa65-372e-4b40-99bb-2f920f7b3615" providerId="ADAL" clId="{FA036E0E-9C57-4F3A-AAE8-5EB94CCA7349}" dt="2025-05-29T12:06:29.384" v="210" actId="478"/>
          <ac:picMkLst>
            <pc:docMk/>
            <pc:sldMk cId="78815509" sldId="341"/>
            <ac:picMk id="2" creationId="{926683E2-9B18-29A7-7094-DBCF35607C3F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2:08:25.467" v="214" actId="1076"/>
          <ac:picMkLst>
            <pc:docMk/>
            <pc:sldMk cId="78815509" sldId="341"/>
            <ac:picMk id="5" creationId="{7B732505-5F72-94AA-22AC-B35367BC6FE5}"/>
          </ac:picMkLst>
        </pc:picChg>
      </pc:sldChg>
      <pc:sldChg chg="add del mod modShow">
        <pc:chgData name="Alessandra Lucchesi de Menezes Xavier Franco" userId="5f3dfa65-372e-4b40-99bb-2f920f7b3615" providerId="ADAL" clId="{FA036E0E-9C57-4F3A-AAE8-5EB94CCA7349}" dt="2025-05-29T13:23:45.676" v="2350" actId="47"/>
        <pc:sldMkLst>
          <pc:docMk/>
          <pc:sldMk cId="2685735896" sldId="342"/>
        </pc:sldMkLst>
      </pc:sldChg>
      <pc:sldChg chg="addSp delSp modSp add mod ord delAnim modAnim">
        <pc:chgData name="Alessandra Lucchesi de Menezes Xavier Franco" userId="5f3dfa65-372e-4b40-99bb-2f920f7b3615" providerId="ADAL" clId="{FA036E0E-9C57-4F3A-AAE8-5EB94CCA7349}" dt="2025-05-29T12:53:26.337" v="1704" actId="1076"/>
        <pc:sldMkLst>
          <pc:docMk/>
          <pc:sldMk cId="3064928938" sldId="343"/>
        </pc:sldMkLst>
        <pc:spChg chg="mod">
          <ac:chgData name="Alessandra Lucchesi de Menezes Xavier Franco" userId="5f3dfa65-372e-4b40-99bb-2f920f7b3615" providerId="ADAL" clId="{FA036E0E-9C57-4F3A-AAE8-5EB94CCA7349}" dt="2025-05-29T12:15:01.953" v="376" actId="14100"/>
          <ac:spMkLst>
            <pc:docMk/>
            <pc:sldMk cId="3064928938" sldId="343"/>
            <ac:spMk id="2" creationId="{AF0D8D08-365C-A185-7D5C-0284EE7F3E2D}"/>
          </ac:spMkLst>
        </pc:spChg>
        <pc:spChg chg="mod">
          <ac:chgData name="Alessandra Lucchesi de Menezes Xavier Franco" userId="5f3dfa65-372e-4b40-99bb-2f920f7b3615" providerId="ADAL" clId="{FA036E0E-9C57-4F3A-AAE8-5EB94CCA7349}" dt="2025-05-29T12:44:09.953" v="1244" actId="207"/>
          <ac:spMkLst>
            <pc:docMk/>
            <pc:sldMk cId="3064928938" sldId="343"/>
            <ac:spMk id="3" creationId="{6C06E0C8-DC53-5232-7C66-B9B5F537B0DD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44:29.550" v="1288" actId="1076"/>
          <ac:spMkLst>
            <pc:docMk/>
            <pc:sldMk cId="3064928938" sldId="343"/>
            <ac:spMk id="4" creationId="{141A9033-F82C-0408-3859-5B083EE1E445}"/>
          </ac:spMkLst>
        </pc:spChg>
        <pc:spChg chg="del">
          <ac:chgData name="Alessandra Lucchesi de Menezes Xavier Franco" userId="5f3dfa65-372e-4b40-99bb-2f920f7b3615" providerId="ADAL" clId="{FA036E0E-9C57-4F3A-AAE8-5EB94CCA7349}" dt="2025-05-29T12:14:32.040" v="311" actId="478"/>
          <ac:spMkLst>
            <pc:docMk/>
            <pc:sldMk cId="3064928938" sldId="343"/>
            <ac:spMk id="5" creationId="{CD8FCA24-29FE-F5C1-EEBF-08B673A19B79}"/>
          </ac:spMkLst>
        </pc:spChg>
        <pc:spChg chg="del">
          <ac:chgData name="Alessandra Lucchesi de Menezes Xavier Franco" userId="5f3dfa65-372e-4b40-99bb-2f920f7b3615" providerId="ADAL" clId="{FA036E0E-9C57-4F3A-AAE8-5EB94CCA7349}" dt="2025-05-29T12:14:32.947" v="312" actId="478"/>
          <ac:spMkLst>
            <pc:docMk/>
            <pc:sldMk cId="3064928938" sldId="343"/>
            <ac:spMk id="6" creationId="{E827C2D1-3260-A517-EE64-D9026C38E348}"/>
          </ac:spMkLst>
        </pc:spChg>
        <pc:spChg chg="del">
          <ac:chgData name="Alessandra Lucchesi de Menezes Xavier Franco" userId="5f3dfa65-372e-4b40-99bb-2f920f7b3615" providerId="ADAL" clId="{FA036E0E-9C57-4F3A-AAE8-5EB94CCA7349}" dt="2025-05-29T12:14:33.420" v="313" actId="478"/>
          <ac:spMkLst>
            <pc:docMk/>
            <pc:sldMk cId="3064928938" sldId="343"/>
            <ac:spMk id="7" creationId="{7D5BCB72-39C0-AE3B-835D-E49BA613237C}"/>
          </ac:spMkLst>
        </pc:spChg>
        <pc:spChg chg="del">
          <ac:chgData name="Alessandra Lucchesi de Menezes Xavier Franco" userId="5f3dfa65-372e-4b40-99bb-2f920f7b3615" providerId="ADAL" clId="{FA036E0E-9C57-4F3A-AAE8-5EB94CCA7349}" dt="2025-05-29T12:14:33.866" v="314" actId="478"/>
          <ac:spMkLst>
            <pc:docMk/>
            <pc:sldMk cId="3064928938" sldId="343"/>
            <ac:spMk id="8" creationId="{B9435863-16E7-74E5-EEC7-6022EC8B7E7B}"/>
          </ac:spMkLst>
        </pc:spChg>
        <pc:spChg chg="del">
          <ac:chgData name="Alessandra Lucchesi de Menezes Xavier Franco" userId="5f3dfa65-372e-4b40-99bb-2f920f7b3615" providerId="ADAL" clId="{FA036E0E-9C57-4F3A-AAE8-5EB94CCA7349}" dt="2025-05-29T12:14:34.455" v="315" actId="478"/>
          <ac:spMkLst>
            <pc:docMk/>
            <pc:sldMk cId="3064928938" sldId="343"/>
            <ac:spMk id="9" creationId="{402E893F-38DD-87CF-5D8E-8FD1400410B4}"/>
          </ac:spMkLst>
        </pc:spChg>
        <pc:picChg chg="add del mod">
          <ac:chgData name="Alessandra Lucchesi de Menezes Xavier Franco" userId="5f3dfa65-372e-4b40-99bb-2f920f7b3615" providerId="ADAL" clId="{FA036E0E-9C57-4F3A-AAE8-5EB94CCA7349}" dt="2025-05-29T12:53:05.162" v="1697" actId="478"/>
          <ac:picMkLst>
            <pc:docMk/>
            <pc:sldMk cId="3064928938" sldId="343"/>
            <ac:picMk id="11" creationId="{DC611560-C197-C734-41C2-999721C2371D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2:53:26.337" v="1704" actId="1076"/>
          <ac:picMkLst>
            <pc:docMk/>
            <pc:sldMk cId="3064928938" sldId="343"/>
            <ac:picMk id="13" creationId="{CBED9E5D-9D96-8838-D217-5BA6A64ADA2B}"/>
          </ac:picMkLst>
        </pc:picChg>
      </pc:sldChg>
      <pc:sldChg chg="addSp delSp modSp add mod">
        <pc:chgData name="Alessandra Lucchesi de Menezes Xavier Franco" userId="5f3dfa65-372e-4b40-99bb-2f920f7b3615" providerId="ADAL" clId="{FA036E0E-9C57-4F3A-AAE8-5EB94CCA7349}" dt="2025-05-29T12:28:56.622" v="720" actId="1076"/>
        <pc:sldMkLst>
          <pc:docMk/>
          <pc:sldMk cId="900024022" sldId="344"/>
        </pc:sldMkLst>
        <pc:spChg chg="mod">
          <ac:chgData name="Alessandra Lucchesi de Menezes Xavier Franco" userId="5f3dfa65-372e-4b40-99bb-2f920f7b3615" providerId="ADAL" clId="{FA036E0E-9C57-4F3A-AAE8-5EB94CCA7349}" dt="2025-05-29T12:17:34.797" v="405" actId="120"/>
          <ac:spMkLst>
            <pc:docMk/>
            <pc:sldMk cId="900024022" sldId="344"/>
            <ac:spMk id="2" creationId="{CEDACFDA-827C-F654-015F-0A6A61E87B86}"/>
          </ac:spMkLst>
        </pc:spChg>
        <pc:spChg chg="del">
          <ac:chgData name="Alessandra Lucchesi de Menezes Xavier Franco" userId="5f3dfa65-372e-4b40-99bb-2f920f7b3615" providerId="ADAL" clId="{FA036E0E-9C57-4F3A-AAE8-5EB94CCA7349}" dt="2025-05-29T12:17:23.916" v="399" actId="478"/>
          <ac:spMkLst>
            <pc:docMk/>
            <pc:sldMk cId="900024022" sldId="344"/>
            <ac:spMk id="3" creationId="{5BC12987-7920-37B2-DCE3-672EC15F217A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17:54.649" v="421" actId="122"/>
          <ac:spMkLst>
            <pc:docMk/>
            <pc:sldMk cId="900024022" sldId="344"/>
            <ac:spMk id="6" creationId="{7E98B160-7BD0-E8AA-3ECA-36A51E8255DB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0:15.024" v="455" actId="1076"/>
          <ac:spMkLst>
            <pc:docMk/>
            <pc:sldMk cId="900024022" sldId="344"/>
            <ac:spMk id="7" creationId="{6C942428-6E59-1C77-B34E-0688673F0834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3:15.426" v="518" actId="164"/>
          <ac:spMkLst>
            <pc:docMk/>
            <pc:sldMk cId="900024022" sldId="344"/>
            <ac:spMk id="12" creationId="{07013381-664A-9E53-B85B-8B3F96DD2521}"/>
          </ac:spMkLst>
        </pc:spChg>
        <pc:spChg chg="add mod ord">
          <ac:chgData name="Alessandra Lucchesi de Menezes Xavier Franco" userId="5f3dfa65-372e-4b40-99bb-2f920f7b3615" providerId="ADAL" clId="{FA036E0E-9C57-4F3A-AAE8-5EB94CCA7349}" dt="2025-05-29T12:23:15.426" v="518" actId="164"/>
          <ac:spMkLst>
            <pc:docMk/>
            <pc:sldMk cId="900024022" sldId="344"/>
            <ac:spMk id="13" creationId="{048A9F6B-486C-66D9-4560-D4B386CDF08C}"/>
          </ac:spMkLst>
        </pc:spChg>
        <pc:spChg chg="add mod ord">
          <ac:chgData name="Alessandra Lucchesi de Menezes Xavier Franco" userId="5f3dfa65-372e-4b40-99bb-2f920f7b3615" providerId="ADAL" clId="{FA036E0E-9C57-4F3A-AAE8-5EB94CCA7349}" dt="2025-05-29T12:24:07.145" v="544" actId="164"/>
          <ac:spMkLst>
            <pc:docMk/>
            <pc:sldMk cId="900024022" sldId="344"/>
            <ac:spMk id="14" creationId="{0A1B75E0-3DD7-5132-4594-693699A91F25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4:07.145" v="544" actId="164"/>
          <ac:spMkLst>
            <pc:docMk/>
            <pc:sldMk cId="900024022" sldId="344"/>
            <ac:spMk id="16" creationId="{DF9262B0-BD61-B7B4-F56D-A0637F1CE0E5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4:32.623" v="563" actId="1076"/>
          <ac:spMkLst>
            <pc:docMk/>
            <pc:sldMk cId="900024022" sldId="344"/>
            <ac:spMk id="18" creationId="{B7B0202F-1DEA-4A1F-352A-FC5C1B9FAEB7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4:37.007" v="565" actId="1076"/>
          <ac:spMkLst>
            <pc:docMk/>
            <pc:sldMk cId="900024022" sldId="344"/>
            <ac:spMk id="19" creationId="{8EF29599-69E6-F9B1-904C-295C9C498FF2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4:51.170" v="574" actId="1076"/>
          <ac:spMkLst>
            <pc:docMk/>
            <pc:sldMk cId="900024022" sldId="344"/>
            <ac:spMk id="20" creationId="{CF569707-475B-F300-530C-B9089E043FB6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5:11.609" v="587" actId="1076"/>
          <ac:spMkLst>
            <pc:docMk/>
            <pc:sldMk cId="900024022" sldId="344"/>
            <ac:spMk id="21" creationId="{63156BB2-7BE1-536B-BA92-536B7DD14A23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5:21.939" v="590" actId="20577"/>
          <ac:spMkLst>
            <pc:docMk/>
            <pc:sldMk cId="900024022" sldId="344"/>
            <ac:spMk id="22" creationId="{A1D2E0F5-79B0-0155-2B4E-C86B0415689E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7:54.209" v="670" actId="1076"/>
          <ac:spMkLst>
            <pc:docMk/>
            <pc:sldMk cId="900024022" sldId="344"/>
            <ac:spMk id="23" creationId="{EB7FE630-86FE-5720-C049-783D84469DC9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5:43.681" v="599" actId="20577"/>
          <ac:spMkLst>
            <pc:docMk/>
            <pc:sldMk cId="900024022" sldId="344"/>
            <ac:spMk id="24" creationId="{69ED0F9C-67F9-D370-CF3C-381EE02A1643}"/>
          </ac:spMkLst>
        </pc:spChg>
        <pc:spChg chg="add del mod">
          <ac:chgData name="Alessandra Lucchesi de Menezes Xavier Franco" userId="5f3dfa65-372e-4b40-99bb-2f920f7b3615" providerId="ADAL" clId="{FA036E0E-9C57-4F3A-AAE8-5EB94CCA7349}" dt="2025-05-29T12:25:51.653" v="602" actId="478"/>
          <ac:spMkLst>
            <pc:docMk/>
            <pc:sldMk cId="900024022" sldId="344"/>
            <ac:spMk id="25" creationId="{08C80BBD-5047-EC62-DE6C-F4220D0B5812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6:05.244" v="609" actId="1076"/>
          <ac:spMkLst>
            <pc:docMk/>
            <pc:sldMk cId="900024022" sldId="344"/>
            <ac:spMk id="26" creationId="{E9C57518-91BB-DA84-59B6-FE511EC8C0D2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6:20.817" v="614" actId="1076"/>
          <ac:spMkLst>
            <pc:docMk/>
            <pc:sldMk cId="900024022" sldId="344"/>
            <ac:spMk id="27" creationId="{7122C003-019E-A0DF-EFF6-E86BBB39E24F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6:36.558" v="622" actId="20577"/>
          <ac:spMkLst>
            <pc:docMk/>
            <pc:sldMk cId="900024022" sldId="344"/>
            <ac:spMk id="28" creationId="{D404BB30-469D-2CCE-F4CE-DDF886D5531B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6:35.528" v="621" actId="20577"/>
          <ac:spMkLst>
            <pc:docMk/>
            <pc:sldMk cId="900024022" sldId="344"/>
            <ac:spMk id="29" creationId="{60401F10-97B1-E7EB-1D81-6F73D6DF54F1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6:55.345" v="628" actId="20577"/>
          <ac:spMkLst>
            <pc:docMk/>
            <pc:sldMk cId="900024022" sldId="344"/>
            <ac:spMk id="30" creationId="{460BA5F7-21FA-A94D-9799-73D40296B7A3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7:10.556" v="647" actId="20577"/>
          <ac:spMkLst>
            <pc:docMk/>
            <pc:sldMk cId="900024022" sldId="344"/>
            <ac:spMk id="31" creationId="{21BC1369-C537-BE23-DCBB-6220DE5C98B4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7:19.683" v="651" actId="20577"/>
          <ac:spMkLst>
            <pc:docMk/>
            <pc:sldMk cId="900024022" sldId="344"/>
            <ac:spMk id="32" creationId="{C4DA37C0-DB1A-F8BB-9AEF-EB90359B9153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7:27.518" v="655" actId="1076"/>
          <ac:spMkLst>
            <pc:docMk/>
            <pc:sldMk cId="900024022" sldId="344"/>
            <ac:spMk id="33" creationId="{D3B3711D-7624-26BD-15DC-21B7ACEE2E86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7:38.497" v="667" actId="5793"/>
          <ac:spMkLst>
            <pc:docMk/>
            <pc:sldMk cId="900024022" sldId="344"/>
            <ac:spMk id="34" creationId="{06B27983-5F05-A179-38ED-5E7B3ACA5534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8:01.111" v="673" actId="20577"/>
          <ac:spMkLst>
            <pc:docMk/>
            <pc:sldMk cId="900024022" sldId="344"/>
            <ac:spMk id="35" creationId="{1C0185C4-9546-6A7D-C253-A7974480F6DE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8:08.853" v="676" actId="20577"/>
          <ac:spMkLst>
            <pc:docMk/>
            <pc:sldMk cId="900024022" sldId="344"/>
            <ac:spMk id="36" creationId="{9DF69C35-86F9-62EA-BED3-854D7012F064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8:42.011" v="708" actId="5793"/>
          <ac:spMkLst>
            <pc:docMk/>
            <pc:sldMk cId="900024022" sldId="344"/>
            <ac:spMk id="37" creationId="{1E4731FE-2980-6C0C-C22C-73FBECA941CC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8:30.414" v="694" actId="1076"/>
          <ac:spMkLst>
            <pc:docMk/>
            <pc:sldMk cId="900024022" sldId="344"/>
            <ac:spMk id="38" creationId="{B2826171-0B01-D5F2-1DB7-BB2778DE99AC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8:51.423" v="718" actId="20577"/>
          <ac:spMkLst>
            <pc:docMk/>
            <pc:sldMk cId="900024022" sldId="344"/>
            <ac:spMk id="39" creationId="{6C9F2DDA-BB6B-EC6F-9FA5-EEA7CBCD67D1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8:56.622" v="720" actId="1076"/>
          <ac:spMkLst>
            <pc:docMk/>
            <pc:sldMk cId="900024022" sldId="344"/>
            <ac:spMk id="40" creationId="{A3799DF5-8E83-A4DC-CFE8-5FA11BF82257}"/>
          </ac:spMkLst>
        </pc:spChg>
        <pc:grpChg chg="add mod">
          <ac:chgData name="Alessandra Lucchesi de Menezes Xavier Franco" userId="5f3dfa65-372e-4b40-99bb-2f920f7b3615" providerId="ADAL" clId="{FA036E0E-9C57-4F3A-AAE8-5EB94CCA7349}" dt="2025-05-29T12:23:17.532" v="519" actId="1076"/>
          <ac:grpSpMkLst>
            <pc:docMk/>
            <pc:sldMk cId="900024022" sldId="344"/>
            <ac:grpSpMk id="15" creationId="{2950C63F-60F5-679A-1C28-2EE9B0A8FF22}"/>
          </ac:grpSpMkLst>
        </pc:grpChg>
        <pc:grpChg chg="add mod">
          <ac:chgData name="Alessandra Lucchesi de Menezes Xavier Franco" userId="5f3dfa65-372e-4b40-99bb-2f920f7b3615" providerId="ADAL" clId="{FA036E0E-9C57-4F3A-AAE8-5EB94CCA7349}" dt="2025-05-29T12:24:09.508" v="545" actId="1076"/>
          <ac:grpSpMkLst>
            <pc:docMk/>
            <pc:sldMk cId="900024022" sldId="344"/>
            <ac:grpSpMk id="17" creationId="{970B86B5-CED1-1292-F615-98E2B3ED5808}"/>
          </ac:grpSpMkLst>
        </pc:grpChg>
        <pc:picChg chg="add mod">
          <ac:chgData name="Alessandra Lucchesi de Menezes Xavier Franco" userId="5f3dfa65-372e-4b40-99bb-2f920f7b3615" providerId="ADAL" clId="{FA036E0E-9C57-4F3A-AAE8-5EB94CCA7349}" dt="2025-05-29T12:20:11.530" v="454" actId="1076"/>
          <ac:picMkLst>
            <pc:docMk/>
            <pc:sldMk cId="900024022" sldId="344"/>
            <ac:picMk id="5" creationId="{5E86B4CB-DC39-2BB8-3733-62C5AC296601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2:24:07.145" v="544" actId="164"/>
          <ac:picMkLst>
            <pc:docMk/>
            <pc:sldMk cId="900024022" sldId="344"/>
            <ac:picMk id="9" creationId="{061D49CC-D088-E888-9716-7743CDFE6C83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2:23:15.426" v="518" actId="164"/>
          <ac:picMkLst>
            <pc:docMk/>
            <pc:sldMk cId="900024022" sldId="344"/>
            <ac:picMk id="11" creationId="{114FFEB9-46A8-C672-BE33-3BA28CB060BF}"/>
          </ac:picMkLst>
        </pc:picChg>
      </pc:sldChg>
      <pc:sldChg chg="addSp delSp modSp add mod">
        <pc:chgData name="Alessandra Lucchesi de Menezes Xavier Franco" userId="5f3dfa65-372e-4b40-99bb-2f920f7b3615" providerId="ADAL" clId="{FA036E0E-9C57-4F3A-AAE8-5EB94CCA7349}" dt="2025-05-29T12:31:59.849" v="892" actId="5793"/>
        <pc:sldMkLst>
          <pc:docMk/>
          <pc:sldMk cId="1771018217" sldId="345"/>
        </pc:sldMkLst>
        <pc:spChg chg="mod">
          <ac:chgData name="Alessandra Lucchesi de Menezes Xavier Franco" userId="5f3dfa65-372e-4b40-99bb-2f920f7b3615" providerId="ADAL" clId="{FA036E0E-9C57-4F3A-AAE8-5EB94CCA7349}" dt="2025-05-29T12:18:09.415" v="427" actId="20577"/>
          <ac:spMkLst>
            <pc:docMk/>
            <pc:sldMk cId="1771018217" sldId="345"/>
            <ac:spMk id="6" creationId="{795EEEA0-9C8F-C158-0DD9-7F1C41B7609F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0:06.626" v="451"/>
          <ac:spMkLst>
            <pc:docMk/>
            <pc:sldMk cId="1771018217" sldId="345"/>
            <ac:spMk id="7" creationId="{DD205F16-E153-2C3D-67B6-F59A0E968DE5}"/>
          </ac:spMkLst>
        </pc:spChg>
        <pc:spChg chg="mod">
          <ac:chgData name="Alessandra Lucchesi de Menezes Xavier Franco" userId="5f3dfa65-372e-4b40-99bb-2f920f7b3615" providerId="ADAL" clId="{FA036E0E-9C57-4F3A-AAE8-5EB94CCA7349}" dt="2025-05-29T12:29:18.136" v="721"/>
          <ac:spMkLst>
            <pc:docMk/>
            <pc:sldMk cId="1771018217" sldId="345"/>
            <ac:spMk id="9" creationId="{59F1DB4A-8D35-4DB0-DE63-2C6A0B18888B}"/>
          </ac:spMkLst>
        </pc:spChg>
        <pc:spChg chg="mod">
          <ac:chgData name="Alessandra Lucchesi de Menezes Xavier Franco" userId="5f3dfa65-372e-4b40-99bb-2f920f7b3615" providerId="ADAL" clId="{FA036E0E-9C57-4F3A-AAE8-5EB94CCA7349}" dt="2025-05-29T12:29:18.136" v="721"/>
          <ac:spMkLst>
            <pc:docMk/>
            <pc:sldMk cId="1771018217" sldId="345"/>
            <ac:spMk id="13" creationId="{3CB490AC-C135-08A7-7F3C-A83D0DC355BB}"/>
          </ac:spMkLst>
        </pc:spChg>
        <pc:spChg chg="mod">
          <ac:chgData name="Alessandra Lucchesi de Menezes Xavier Franco" userId="5f3dfa65-372e-4b40-99bb-2f920f7b3615" providerId="ADAL" clId="{FA036E0E-9C57-4F3A-AAE8-5EB94CCA7349}" dt="2025-05-29T12:29:18.136" v="721"/>
          <ac:spMkLst>
            <pc:docMk/>
            <pc:sldMk cId="1771018217" sldId="345"/>
            <ac:spMk id="15" creationId="{48EF1EAE-1BA4-C2CA-AB30-A8A17D93A9C2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9:27.730" v="729" actId="20577"/>
          <ac:spMkLst>
            <pc:docMk/>
            <pc:sldMk cId="1771018217" sldId="345"/>
            <ac:spMk id="16" creationId="{9052CA32-0283-9BFD-7AA0-1CA4E5BEC48F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31:20.872" v="870" actId="1076"/>
          <ac:spMkLst>
            <pc:docMk/>
            <pc:sldMk cId="1771018217" sldId="345"/>
            <ac:spMk id="17" creationId="{8863D847-A3BB-8D57-978C-073E8B73AA26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31:18.544" v="869" actId="1076"/>
          <ac:spMkLst>
            <pc:docMk/>
            <pc:sldMk cId="1771018217" sldId="345"/>
            <ac:spMk id="18" creationId="{AE83002F-1208-D707-3F4A-9883293FDBF7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31:16.094" v="868" actId="1076"/>
          <ac:spMkLst>
            <pc:docMk/>
            <pc:sldMk cId="1771018217" sldId="345"/>
            <ac:spMk id="19" creationId="{B64705A6-56B8-963D-934A-B6FA9C980480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31:14.310" v="867" actId="1076"/>
          <ac:spMkLst>
            <pc:docMk/>
            <pc:sldMk cId="1771018217" sldId="345"/>
            <ac:spMk id="20" creationId="{E6EF2D1E-BB8F-AD95-A0DF-74BFB4A83C79}"/>
          </ac:spMkLst>
        </pc:spChg>
        <pc:spChg chg="mod">
          <ac:chgData name="Alessandra Lucchesi de Menezes Xavier Franco" userId="5f3dfa65-372e-4b40-99bb-2f920f7b3615" providerId="ADAL" clId="{FA036E0E-9C57-4F3A-AAE8-5EB94CCA7349}" dt="2025-05-29T12:31:25.378" v="872" actId="1076"/>
          <ac:spMkLst>
            <pc:docMk/>
            <pc:sldMk cId="1771018217" sldId="345"/>
            <ac:spMk id="21" creationId="{36D4B40A-16C8-A125-F3AB-590871E6E934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31:29.660" v="874" actId="1076"/>
          <ac:spMkLst>
            <pc:docMk/>
            <pc:sldMk cId="1771018217" sldId="345"/>
            <ac:spMk id="22" creationId="{F6674C9C-3CF7-90D1-0578-E370FAA58905}"/>
          </ac:spMkLst>
        </pc:spChg>
        <pc:spChg chg="mod">
          <ac:chgData name="Alessandra Lucchesi de Menezes Xavier Franco" userId="5f3dfa65-372e-4b40-99bb-2f920f7b3615" providerId="ADAL" clId="{FA036E0E-9C57-4F3A-AAE8-5EB94CCA7349}" dt="2025-05-29T12:31:27.422" v="873" actId="1076"/>
          <ac:spMkLst>
            <pc:docMk/>
            <pc:sldMk cId="1771018217" sldId="345"/>
            <ac:spMk id="23" creationId="{054CCD59-E74B-E46B-33AB-750836E8A245}"/>
          </ac:spMkLst>
        </pc:spChg>
        <pc:spChg chg="mod">
          <ac:chgData name="Alessandra Lucchesi de Menezes Xavier Franco" userId="5f3dfa65-372e-4b40-99bb-2f920f7b3615" providerId="ADAL" clId="{FA036E0E-9C57-4F3A-AAE8-5EB94CCA7349}" dt="2025-05-29T12:31:31.747" v="875" actId="1076"/>
          <ac:spMkLst>
            <pc:docMk/>
            <pc:sldMk cId="1771018217" sldId="345"/>
            <ac:spMk id="24" creationId="{E7F0ADD4-6CEB-C8CA-D7FC-440300FE4EA2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9:33.289" v="741" actId="20577"/>
          <ac:spMkLst>
            <pc:docMk/>
            <pc:sldMk cId="1771018217" sldId="345"/>
            <ac:spMk id="25" creationId="{F59CDEEB-AA80-88E7-8B8E-D781070DAC1F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31:39.853" v="880" actId="20577"/>
          <ac:spMkLst>
            <pc:docMk/>
            <pc:sldMk cId="1771018217" sldId="345"/>
            <ac:spMk id="26" creationId="{2DE86B81-53FF-235A-748B-561AE672957B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31:23.356" v="871" actId="1076"/>
          <ac:spMkLst>
            <pc:docMk/>
            <pc:sldMk cId="1771018217" sldId="345"/>
            <ac:spMk id="27" creationId="{F2EB23B3-8DBB-2AE2-4821-20EC7880DC66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31:49.649" v="883" actId="20577"/>
          <ac:spMkLst>
            <pc:docMk/>
            <pc:sldMk cId="1771018217" sldId="345"/>
            <ac:spMk id="28" creationId="{39D78EA0-A526-36F4-3989-CA87FD2021C6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31:59.849" v="892" actId="5793"/>
          <ac:spMkLst>
            <pc:docMk/>
            <pc:sldMk cId="1771018217" sldId="345"/>
            <ac:spMk id="29" creationId="{45BA5B97-1C5B-821B-7CFA-396D171A209B}"/>
          </ac:spMkLst>
        </pc:spChg>
        <pc:picChg chg="add mod">
          <ac:chgData name="Alessandra Lucchesi de Menezes Xavier Franco" userId="5f3dfa65-372e-4b40-99bb-2f920f7b3615" providerId="ADAL" clId="{FA036E0E-9C57-4F3A-AAE8-5EB94CCA7349}" dt="2025-05-29T12:20:08.795" v="452" actId="1076"/>
          <ac:picMkLst>
            <pc:docMk/>
            <pc:sldMk cId="1771018217" sldId="345"/>
            <ac:picMk id="4" creationId="{578963BD-9081-9012-73D9-DBD0DA867A62}"/>
          </ac:picMkLst>
        </pc:picChg>
        <pc:picChg chg="del">
          <ac:chgData name="Alessandra Lucchesi de Menezes Xavier Franco" userId="5f3dfa65-372e-4b40-99bb-2f920f7b3615" providerId="ADAL" clId="{FA036E0E-9C57-4F3A-AAE8-5EB94CCA7349}" dt="2025-05-29T12:18:47.637" v="438" actId="478"/>
          <ac:picMkLst>
            <pc:docMk/>
            <pc:sldMk cId="1771018217" sldId="345"/>
            <ac:picMk id="5" creationId="{3044542D-B718-B450-94F0-4254C3926897}"/>
          </ac:picMkLst>
        </pc:picChg>
      </pc:sldChg>
      <pc:sldChg chg="addSp delSp modSp add mod">
        <pc:chgData name="Alessandra Lucchesi de Menezes Xavier Franco" userId="5f3dfa65-372e-4b40-99bb-2f920f7b3615" providerId="ADAL" clId="{FA036E0E-9C57-4F3A-AAE8-5EB94CCA7349}" dt="2025-05-29T12:33:43.730" v="1003" actId="6549"/>
        <pc:sldMkLst>
          <pc:docMk/>
          <pc:sldMk cId="678221977" sldId="346"/>
        </pc:sldMkLst>
        <pc:spChg chg="mod">
          <ac:chgData name="Alessandra Lucchesi de Menezes Xavier Franco" userId="5f3dfa65-372e-4b40-99bb-2f920f7b3615" providerId="ADAL" clId="{FA036E0E-9C57-4F3A-AAE8-5EB94CCA7349}" dt="2025-05-29T12:18:17.704" v="437" actId="20577"/>
          <ac:spMkLst>
            <pc:docMk/>
            <pc:sldMk cId="678221977" sldId="346"/>
            <ac:spMk id="6" creationId="{58560AA1-6370-595F-D2E2-3E483E4D9158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20:05.214" v="450" actId="1076"/>
          <ac:spMkLst>
            <pc:docMk/>
            <pc:sldMk cId="678221977" sldId="346"/>
            <ac:spMk id="8" creationId="{F6F3EDE3-54AB-137F-03EC-E6728FC251DA}"/>
          </ac:spMkLst>
        </pc:spChg>
        <pc:spChg chg="mod">
          <ac:chgData name="Alessandra Lucchesi de Menezes Xavier Franco" userId="5f3dfa65-372e-4b40-99bb-2f920f7b3615" providerId="ADAL" clId="{FA036E0E-9C57-4F3A-AAE8-5EB94CCA7349}" dt="2025-05-29T12:32:11.068" v="893"/>
          <ac:spMkLst>
            <pc:docMk/>
            <pc:sldMk cId="678221977" sldId="346"/>
            <ac:spMk id="10" creationId="{71A31AD6-A50F-1052-1C09-43C9347C998B}"/>
          </ac:spMkLst>
        </pc:spChg>
        <pc:spChg chg="mod">
          <ac:chgData name="Alessandra Lucchesi de Menezes Xavier Franco" userId="5f3dfa65-372e-4b40-99bb-2f920f7b3615" providerId="ADAL" clId="{FA036E0E-9C57-4F3A-AAE8-5EB94CCA7349}" dt="2025-05-29T12:32:11.068" v="893"/>
          <ac:spMkLst>
            <pc:docMk/>
            <pc:sldMk cId="678221977" sldId="346"/>
            <ac:spMk id="14" creationId="{F83E5368-3339-3813-6995-9F60C66C5267}"/>
          </ac:spMkLst>
        </pc:spChg>
        <pc:spChg chg="mod">
          <ac:chgData name="Alessandra Lucchesi de Menezes Xavier Franco" userId="5f3dfa65-372e-4b40-99bb-2f920f7b3615" providerId="ADAL" clId="{FA036E0E-9C57-4F3A-AAE8-5EB94CCA7349}" dt="2025-05-29T12:32:11.068" v="893"/>
          <ac:spMkLst>
            <pc:docMk/>
            <pc:sldMk cId="678221977" sldId="346"/>
            <ac:spMk id="16" creationId="{4C0A9982-13A6-64F0-F4D3-57EB0A537346}"/>
          </ac:spMkLst>
        </pc:spChg>
        <pc:spChg chg="mod">
          <ac:chgData name="Alessandra Lucchesi de Menezes Xavier Franco" userId="5f3dfa65-372e-4b40-99bb-2f920f7b3615" providerId="ADAL" clId="{FA036E0E-9C57-4F3A-AAE8-5EB94CCA7349}" dt="2025-05-29T12:32:25.460" v="903" actId="1076"/>
          <ac:spMkLst>
            <pc:docMk/>
            <pc:sldMk cId="678221977" sldId="346"/>
            <ac:spMk id="17" creationId="{6A626B57-A1A5-B553-C2F8-5E8902D1A3F5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32:41.281" v="930" actId="14100"/>
          <ac:spMkLst>
            <pc:docMk/>
            <pc:sldMk cId="678221977" sldId="346"/>
            <ac:spMk id="18" creationId="{A6C197AE-80A8-524A-627C-97871944AAE4}"/>
          </ac:spMkLst>
        </pc:spChg>
        <pc:spChg chg="add del mod">
          <ac:chgData name="Alessandra Lucchesi de Menezes Xavier Franco" userId="5f3dfa65-372e-4b40-99bb-2f920f7b3615" providerId="ADAL" clId="{FA036E0E-9C57-4F3A-AAE8-5EB94CCA7349}" dt="2025-05-29T12:32:58.250" v="953" actId="478"/>
          <ac:spMkLst>
            <pc:docMk/>
            <pc:sldMk cId="678221977" sldId="346"/>
            <ac:spMk id="19" creationId="{4036CC27-EBE4-0A75-BAA8-5D09D53A8157}"/>
          </ac:spMkLst>
        </pc:spChg>
        <pc:spChg chg="mod">
          <ac:chgData name="Alessandra Lucchesi de Menezes Xavier Franco" userId="5f3dfa65-372e-4b40-99bb-2f920f7b3615" providerId="ADAL" clId="{FA036E0E-9C57-4F3A-AAE8-5EB94CCA7349}" dt="2025-05-29T12:33:32.916" v="983" actId="20577"/>
          <ac:spMkLst>
            <pc:docMk/>
            <pc:sldMk cId="678221977" sldId="346"/>
            <ac:spMk id="20" creationId="{41290730-F0DA-7BF2-D846-864B01260F32}"/>
          </ac:spMkLst>
        </pc:spChg>
        <pc:spChg chg="del">
          <ac:chgData name="Alessandra Lucchesi de Menezes Xavier Franco" userId="5f3dfa65-372e-4b40-99bb-2f920f7b3615" providerId="ADAL" clId="{FA036E0E-9C57-4F3A-AAE8-5EB94CCA7349}" dt="2025-05-29T12:33:21.836" v="975" actId="478"/>
          <ac:spMkLst>
            <pc:docMk/>
            <pc:sldMk cId="678221977" sldId="346"/>
            <ac:spMk id="21" creationId="{F2F8F316-C2CB-7216-CB83-4AF3CDD33CCF}"/>
          </ac:spMkLst>
        </pc:spChg>
        <pc:spChg chg="add del mod">
          <ac:chgData name="Alessandra Lucchesi de Menezes Xavier Franco" userId="5f3dfa65-372e-4b40-99bb-2f920f7b3615" providerId="ADAL" clId="{FA036E0E-9C57-4F3A-AAE8-5EB94CCA7349}" dt="2025-05-29T12:33:25.334" v="979" actId="478"/>
          <ac:spMkLst>
            <pc:docMk/>
            <pc:sldMk cId="678221977" sldId="346"/>
            <ac:spMk id="22" creationId="{ADCD2583-9C76-8690-C2A1-2E9BF67D8C9F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33:15.155" v="974" actId="20577"/>
          <ac:spMkLst>
            <pc:docMk/>
            <pc:sldMk cId="678221977" sldId="346"/>
            <ac:spMk id="23" creationId="{1D72343A-79F3-1DE4-0251-7E771A5FB0CA}"/>
          </ac:spMkLst>
        </pc:spChg>
        <pc:spChg chg="mod">
          <ac:chgData name="Alessandra Lucchesi de Menezes Xavier Franco" userId="5f3dfa65-372e-4b40-99bb-2f920f7b3615" providerId="ADAL" clId="{FA036E0E-9C57-4F3A-AAE8-5EB94CCA7349}" dt="2025-05-29T12:33:43.730" v="1003" actId="6549"/>
          <ac:spMkLst>
            <pc:docMk/>
            <pc:sldMk cId="678221977" sldId="346"/>
            <ac:spMk id="24" creationId="{2D2EC945-6226-764E-2600-DF7D6A57EBBB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32:54.216" v="952" actId="14100"/>
          <ac:spMkLst>
            <pc:docMk/>
            <pc:sldMk cId="678221977" sldId="346"/>
            <ac:spMk id="25" creationId="{875CF1B5-6A0D-E074-DC44-690E894E0DE4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32:30.242" v="912" actId="20577"/>
          <ac:spMkLst>
            <pc:docMk/>
            <pc:sldMk cId="678221977" sldId="346"/>
            <ac:spMk id="26" creationId="{6D97DF6D-80E3-09C8-9208-B937DA106613}"/>
          </ac:spMkLst>
        </pc:spChg>
        <pc:spChg chg="add del mod">
          <ac:chgData name="Alessandra Lucchesi de Menezes Xavier Franco" userId="5f3dfa65-372e-4b40-99bb-2f920f7b3615" providerId="ADAL" clId="{FA036E0E-9C57-4F3A-AAE8-5EB94CCA7349}" dt="2025-05-29T12:33:23.355" v="977" actId="478"/>
          <ac:spMkLst>
            <pc:docMk/>
            <pc:sldMk cId="678221977" sldId="346"/>
            <ac:spMk id="27" creationId="{4BB741BA-85C1-5701-7E98-17F2435A5A55}"/>
          </ac:spMkLst>
        </pc:spChg>
        <pc:spChg chg="del mod">
          <ac:chgData name="Alessandra Lucchesi de Menezes Xavier Franco" userId="5f3dfa65-372e-4b40-99bb-2f920f7b3615" providerId="ADAL" clId="{FA036E0E-9C57-4F3A-AAE8-5EB94CCA7349}" dt="2025-05-29T12:33:24.348" v="978" actId="478"/>
          <ac:spMkLst>
            <pc:docMk/>
            <pc:sldMk cId="678221977" sldId="346"/>
            <ac:spMk id="28" creationId="{34630C42-CA56-62A9-96B2-68A865E6251E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33:05.449" v="958" actId="20577"/>
          <ac:spMkLst>
            <pc:docMk/>
            <pc:sldMk cId="678221977" sldId="346"/>
            <ac:spMk id="29" creationId="{F9D479FE-6B38-D44B-96B2-26FC32E9F190}"/>
          </ac:spMkLst>
        </pc:spChg>
        <pc:picChg chg="add mod">
          <ac:chgData name="Alessandra Lucchesi de Menezes Xavier Franco" userId="5f3dfa65-372e-4b40-99bb-2f920f7b3615" providerId="ADAL" clId="{FA036E0E-9C57-4F3A-AAE8-5EB94CCA7349}" dt="2025-05-29T12:19:50.360" v="443" actId="1076"/>
          <ac:picMkLst>
            <pc:docMk/>
            <pc:sldMk cId="678221977" sldId="346"/>
            <ac:picMk id="4" creationId="{CD3C4FF5-C638-595C-202C-E31319FF981F}"/>
          </ac:picMkLst>
        </pc:picChg>
        <pc:picChg chg="del">
          <ac:chgData name="Alessandra Lucchesi de Menezes Xavier Franco" userId="5f3dfa65-372e-4b40-99bb-2f920f7b3615" providerId="ADAL" clId="{FA036E0E-9C57-4F3A-AAE8-5EB94CCA7349}" dt="2025-05-29T12:19:35.991" v="441" actId="478"/>
          <ac:picMkLst>
            <pc:docMk/>
            <pc:sldMk cId="678221977" sldId="346"/>
            <ac:picMk id="5" creationId="{1F5F72B6-65FE-E6DB-9FB5-0245183E2970}"/>
          </ac:picMkLst>
        </pc:picChg>
      </pc:sldChg>
      <pc:sldChg chg="addSp delSp modSp add mod">
        <pc:chgData name="Alessandra Lucchesi de Menezes Xavier Franco" userId="5f3dfa65-372e-4b40-99bb-2f920f7b3615" providerId="ADAL" clId="{FA036E0E-9C57-4F3A-AAE8-5EB94CCA7349}" dt="2025-05-29T12:35:03.583" v="1021" actId="1076"/>
        <pc:sldMkLst>
          <pc:docMk/>
          <pc:sldMk cId="614918489" sldId="347"/>
        </pc:sldMkLst>
        <pc:spChg chg="mod">
          <ac:chgData name="Alessandra Lucchesi de Menezes Xavier Franco" userId="5f3dfa65-372e-4b40-99bb-2f920f7b3615" providerId="ADAL" clId="{FA036E0E-9C57-4F3A-AAE8-5EB94CCA7349}" dt="2025-05-29T12:34:19.966" v="1016" actId="20577"/>
          <ac:spMkLst>
            <pc:docMk/>
            <pc:sldMk cId="614918489" sldId="347"/>
            <ac:spMk id="2" creationId="{F95B05C2-76E8-B9E3-E838-74628873A1DD}"/>
          </ac:spMkLst>
        </pc:spChg>
        <pc:spChg chg="del">
          <ac:chgData name="Alessandra Lucchesi de Menezes Xavier Franco" userId="5f3dfa65-372e-4b40-99bb-2f920f7b3615" providerId="ADAL" clId="{FA036E0E-9C57-4F3A-AAE8-5EB94CCA7349}" dt="2025-05-29T12:34:22.912" v="1017" actId="478"/>
          <ac:spMkLst>
            <pc:docMk/>
            <pc:sldMk cId="614918489" sldId="347"/>
            <ac:spMk id="6" creationId="{53C06300-EA41-DCD1-A827-0330171882F9}"/>
          </ac:spMkLst>
        </pc:spChg>
        <pc:spChg chg="del">
          <ac:chgData name="Alessandra Lucchesi de Menezes Xavier Franco" userId="5f3dfa65-372e-4b40-99bb-2f920f7b3615" providerId="ADAL" clId="{FA036E0E-9C57-4F3A-AAE8-5EB94CCA7349}" dt="2025-05-29T12:34:22.912" v="1017" actId="478"/>
          <ac:spMkLst>
            <pc:docMk/>
            <pc:sldMk cId="614918489" sldId="347"/>
            <ac:spMk id="8" creationId="{8BDBE957-61E1-F479-DEFD-ED2D876096EF}"/>
          </ac:spMkLst>
        </pc:spChg>
        <pc:spChg chg="del">
          <ac:chgData name="Alessandra Lucchesi de Menezes Xavier Franco" userId="5f3dfa65-372e-4b40-99bb-2f920f7b3615" providerId="ADAL" clId="{FA036E0E-9C57-4F3A-AAE8-5EB94CCA7349}" dt="2025-05-29T12:34:22.912" v="1017" actId="478"/>
          <ac:spMkLst>
            <pc:docMk/>
            <pc:sldMk cId="614918489" sldId="347"/>
            <ac:spMk id="17" creationId="{8F43890C-270A-74B0-1D32-3247A983B667}"/>
          </ac:spMkLst>
        </pc:spChg>
        <pc:spChg chg="del">
          <ac:chgData name="Alessandra Lucchesi de Menezes Xavier Franco" userId="5f3dfa65-372e-4b40-99bb-2f920f7b3615" providerId="ADAL" clId="{FA036E0E-9C57-4F3A-AAE8-5EB94CCA7349}" dt="2025-05-29T12:34:22.912" v="1017" actId="478"/>
          <ac:spMkLst>
            <pc:docMk/>
            <pc:sldMk cId="614918489" sldId="347"/>
            <ac:spMk id="18" creationId="{91E80609-3F09-C46D-4E63-0C108F05E361}"/>
          </ac:spMkLst>
        </pc:spChg>
        <pc:spChg chg="del">
          <ac:chgData name="Alessandra Lucchesi de Menezes Xavier Franco" userId="5f3dfa65-372e-4b40-99bb-2f920f7b3615" providerId="ADAL" clId="{FA036E0E-9C57-4F3A-AAE8-5EB94CCA7349}" dt="2025-05-29T12:34:22.912" v="1017" actId="478"/>
          <ac:spMkLst>
            <pc:docMk/>
            <pc:sldMk cId="614918489" sldId="347"/>
            <ac:spMk id="20" creationId="{1D07F7D3-49A2-418A-8461-25C872DC0D58}"/>
          </ac:spMkLst>
        </pc:spChg>
        <pc:spChg chg="del">
          <ac:chgData name="Alessandra Lucchesi de Menezes Xavier Franco" userId="5f3dfa65-372e-4b40-99bb-2f920f7b3615" providerId="ADAL" clId="{FA036E0E-9C57-4F3A-AAE8-5EB94CCA7349}" dt="2025-05-29T12:34:22.912" v="1017" actId="478"/>
          <ac:spMkLst>
            <pc:docMk/>
            <pc:sldMk cId="614918489" sldId="347"/>
            <ac:spMk id="23" creationId="{747712C6-316C-7E0A-3141-736F329D2123}"/>
          </ac:spMkLst>
        </pc:spChg>
        <pc:spChg chg="del">
          <ac:chgData name="Alessandra Lucchesi de Menezes Xavier Franco" userId="5f3dfa65-372e-4b40-99bb-2f920f7b3615" providerId="ADAL" clId="{FA036E0E-9C57-4F3A-AAE8-5EB94CCA7349}" dt="2025-05-29T12:34:22.912" v="1017" actId="478"/>
          <ac:spMkLst>
            <pc:docMk/>
            <pc:sldMk cId="614918489" sldId="347"/>
            <ac:spMk id="24" creationId="{0B07C88B-9DAF-1CC2-A95A-895B13D4AFB7}"/>
          </ac:spMkLst>
        </pc:spChg>
        <pc:spChg chg="del">
          <ac:chgData name="Alessandra Lucchesi de Menezes Xavier Franco" userId="5f3dfa65-372e-4b40-99bb-2f920f7b3615" providerId="ADAL" clId="{FA036E0E-9C57-4F3A-AAE8-5EB94CCA7349}" dt="2025-05-29T12:34:22.912" v="1017" actId="478"/>
          <ac:spMkLst>
            <pc:docMk/>
            <pc:sldMk cId="614918489" sldId="347"/>
            <ac:spMk id="25" creationId="{34352DEC-945F-54F3-87D0-88021A86A2E8}"/>
          </ac:spMkLst>
        </pc:spChg>
        <pc:spChg chg="del">
          <ac:chgData name="Alessandra Lucchesi de Menezes Xavier Franco" userId="5f3dfa65-372e-4b40-99bb-2f920f7b3615" providerId="ADAL" clId="{FA036E0E-9C57-4F3A-AAE8-5EB94CCA7349}" dt="2025-05-29T12:34:22.912" v="1017" actId="478"/>
          <ac:spMkLst>
            <pc:docMk/>
            <pc:sldMk cId="614918489" sldId="347"/>
            <ac:spMk id="26" creationId="{6E8248D6-BDE7-63B1-D2DE-88DFFA37DABF}"/>
          </ac:spMkLst>
        </pc:spChg>
        <pc:spChg chg="del">
          <ac:chgData name="Alessandra Lucchesi de Menezes Xavier Franco" userId="5f3dfa65-372e-4b40-99bb-2f920f7b3615" providerId="ADAL" clId="{FA036E0E-9C57-4F3A-AAE8-5EB94CCA7349}" dt="2025-05-29T12:34:22.912" v="1017" actId="478"/>
          <ac:spMkLst>
            <pc:docMk/>
            <pc:sldMk cId="614918489" sldId="347"/>
            <ac:spMk id="29" creationId="{5AB2175E-7ABB-19F0-66E6-7D36E42CC9F7}"/>
          </ac:spMkLst>
        </pc:spChg>
        <pc:picChg chg="add del">
          <ac:chgData name="Alessandra Lucchesi de Menezes Xavier Franco" userId="5f3dfa65-372e-4b40-99bb-2f920f7b3615" providerId="ADAL" clId="{FA036E0E-9C57-4F3A-AAE8-5EB94CCA7349}" dt="2025-05-29T12:34:38.907" v="1019" actId="478"/>
          <ac:picMkLst>
            <pc:docMk/>
            <pc:sldMk cId="614918489" sldId="347"/>
            <ac:picMk id="5" creationId="{99777521-E9A0-4230-0DCF-D6018D728138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2:35:03.583" v="1021" actId="1076"/>
          <ac:picMkLst>
            <pc:docMk/>
            <pc:sldMk cId="614918489" sldId="347"/>
            <ac:picMk id="19" creationId="{4E136A57-1C2F-B9D2-7C13-19C89068C68B}"/>
          </ac:picMkLst>
        </pc:picChg>
      </pc:sldChg>
      <pc:sldChg chg="addSp delSp modSp add mod">
        <pc:chgData name="Alessandra Lucchesi de Menezes Xavier Franco" userId="5f3dfa65-372e-4b40-99bb-2f920f7b3615" providerId="ADAL" clId="{FA036E0E-9C57-4F3A-AAE8-5EB94CCA7349}" dt="2025-05-29T12:37:43.986" v="1138" actId="207"/>
        <pc:sldMkLst>
          <pc:docMk/>
          <pc:sldMk cId="3704182950" sldId="348"/>
        </pc:sldMkLst>
        <pc:spChg chg="add mod">
          <ac:chgData name="Alessandra Lucchesi de Menezes Xavier Franco" userId="5f3dfa65-372e-4b40-99bb-2f920f7b3615" providerId="ADAL" clId="{FA036E0E-9C57-4F3A-AAE8-5EB94CCA7349}" dt="2025-05-29T12:37:03.032" v="1068" actId="207"/>
          <ac:spMkLst>
            <pc:docMk/>
            <pc:sldMk cId="3704182950" sldId="348"/>
            <ac:spMk id="3" creationId="{9E14E8DC-7086-F702-44A1-E5F4A839A6C2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37:23.154" v="1109" actId="207"/>
          <ac:spMkLst>
            <pc:docMk/>
            <pc:sldMk cId="3704182950" sldId="348"/>
            <ac:spMk id="4" creationId="{CC11BBD2-E292-2709-2997-398802EBB121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37:43.986" v="1138" actId="207"/>
          <ac:spMkLst>
            <pc:docMk/>
            <pc:sldMk cId="3704182950" sldId="348"/>
            <ac:spMk id="5" creationId="{37744E9B-DEC9-2277-63BC-7DFB83152601}"/>
          </ac:spMkLst>
        </pc:spChg>
        <pc:picChg chg="del">
          <ac:chgData name="Alessandra Lucchesi de Menezes Xavier Franco" userId="5f3dfa65-372e-4b40-99bb-2f920f7b3615" providerId="ADAL" clId="{FA036E0E-9C57-4F3A-AAE8-5EB94CCA7349}" dt="2025-05-29T12:36:04.253" v="1023" actId="478"/>
          <ac:picMkLst>
            <pc:docMk/>
            <pc:sldMk cId="3704182950" sldId="348"/>
            <ac:picMk id="19" creationId="{C07CC89A-574F-8B26-CB8E-A0FC5332382A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2:36:57.600" v="1065" actId="1076"/>
          <ac:picMkLst>
            <pc:docMk/>
            <pc:sldMk cId="3704182950" sldId="348"/>
            <ac:picMk id="1026" creationId="{7194EC14-3707-26FC-703F-7B106538FDFE}"/>
          </ac:picMkLst>
        </pc:picChg>
      </pc:sldChg>
      <pc:sldChg chg="addSp delSp modSp add mod ord modAnim">
        <pc:chgData name="Alessandra Lucchesi de Menezes Xavier Franco" userId="5f3dfa65-372e-4b40-99bb-2f920f7b3615" providerId="ADAL" clId="{FA036E0E-9C57-4F3A-AAE8-5EB94CCA7349}" dt="2025-05-29T13:02:25.240" v="1895"/>
        <pc:sldMkLst>
          <pc:docMk/>
          <pc:sldMk cId="1338516322" sldId="349"/>
        </pc:sldMkLst>
        <pc:spChg chg="mod">
          <ac:chgData name="Alessandra Lucchesi de Menezes Xavier Franco" userId="5f3dfa65-372e-4b40-99bb-2f920f7b3615" providerId="ADAL" clId="{FA036E0E-9C57-4F3A-AAE8-5EB94CCA7349}" dt="2025-05-29T12:42:33.446" v="1143" actId="108"/>
          <ac:spMkLst>
            <pc:docMk/>
            <pc:sldMk cId="1338516322" sldId="349"/>
            <ac:spMk id="2" creationId="{FEE64196-1FF6-CFE5-5CD2-ED5FDD533ABE}"/>
          </ac:spMkLst>
        </pc:spChg>
        <pc:spChg chg="del">
          <ac:chgData name="Alessandra Lucchesi de Menezes Xavier Franco" userId="5f3dfa65-372e-4b40-99bb-2f920f7b3615" providerId="ADAL" clId="{FA036E0E-9C57-4F3A-AAE8-5EB94CCA7349}" dt="2025-05-29T12:58:53.453" v="1781" actId="478"/>
          <ac:spMkLst>
            <pc:docMk/>
            <pc:sldMk cId="1338516322" sldId="349"/>
            <ac:spMk id="3" creationId="{F5DC7710-1067-EAE3-0926-CE8D9D5CA4ED}"/>
          </ac:spMkLst>
        </pc:spChg>
        <pc:grpChg chg="add mod">
          <ac:chgData name="Alessandra Lucchesi de Menezes Xavier Franco" userId="5f3dfa65-372e-4b40-99bb-2f920f7b3615" providerId="ADAL" clId="{FA036E0E-9C57-4F3A-AAE8-5EB94CCA7349}" dt="2025-05-29T13:00:07.689" v="1802" actId="1076"/>
          <ac:grpSpMkLst>
            <pc:docMk/>
            <pc:sldMk cId="1338516322" sldId="349"/>
            <ac:grpSpMk id="10" creationId="{E4B438D0-EE41-B798-A026-B78947EBF916}"/>
          </ac:grpSpMkLst>
        </pc:grpChg>
        <pc:picChg chg="add del mod">
          <ac:chgData name="Alessandra Lucchesi de Menezes Xavier Franco" userId="5f3dfa65-372e-4b40-99bb-2f920f7b3615" providerId="ADAL" clId="{FA036E0E-9C57-4F3A-AAE8-5EB94CCA7349}" dt="2025-05-29T12:58:51.418" v="1780" actId="478"/>
          <ac:picMkLst>
            <pc:docMk/>
            <pc:sldMk cId="1338516322" sldId="349"/>
            <ac:picMk id="5" creationId="{C9CEE91F-B85A-3094-174D-1A05B5B8B7F3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2:56:30.765" v="1770" actId="1440"/>
          <ac:picMkLst>
            <pc:docMk/>
            <pc:sldMk cId="1338516322" sldId="349"/>
            <ac:picMk id="7" creationId="{FD605540-70F0-58E9-4981-15269F31C6E0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2:56:38.447" v="1773" actId="14100"/>
          <ac:picMkLst>
            <pc:docMk/>
            <pc:sldMk cId="1338516322" sldId="349"/>
            <ac:picMk id="9" creationId="{54101D8F-8173-CBAD-B2D2-776EB3DB2DBB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3:00:10.366" v="1803" actId="1076"/>
          <ac:picMkLst>
            <pc:docMk/>
            <pc:sldMk cId="1338516322" sldId="349"/>
            <ac:picMk id="12" creationId="{051C5E70-D43E-EB2F-8869-099F6F2FCD27}"/>
          </ac:picMkLst>
        </pc:picChg>
        <pc:picChg chg="add mod ord">
          <ac:chgData name="Alessandra Lucchesi de Menezes Xavier Franco" userId="5f3dfa65-372e-4b40-99bb-2f920f7b3615" providerId="ADAL" clId="{FA036E0E-9C57-4F3A-AAE8-5EB94CCA7349}" dt="2025-05-29T12:59:48.070" v="1794" actId="167"/>
          <ac:picMkLst>
            <pc:docMk/>
            <pc:sldMk cId="1338516322" sldId="349"/>
            <ac:picMk id="14" creationId="{794C2E76-D9CC-47B2-4FA0-DE77FEA86942}"/>
          </ac:picMkLst>
        </pc:picChg>
      </pc:sldChg>
      <pc:sldChg chg="addSp delSp modSp add del mod modAnim">
        <pc:chgData name="Alessandra Lucchesi de Menezes Xavier Franco" userId="5f3dfa65-372e-4b40-99bb-2f920f7b3615" providerId="ADAL" clId="{FA036E0E-9C57-4F3A-AAE8-5EB94CCA7349}" dt="2025-05-29T13:22:59.920" v="2250" actId="2696"/>
        <pc:sldMkLst>
          <pc:docMk/>
          <pc:sldMk cId="1436168107" sldId="350"/>
        </pc:sldMkLst>
        <pc:spChg chg="mod">
          <ac:chgData name="Alessandra Lucchesi de Menezes Xavier Franco" userId="5f3dfa65-372e-4b40-99bb-2f920f7b3615" providerId="ADAL" clId="{FA036E0E-9C57-4F3A-AAE8-5EB94CCA7349}" dt="2025-05-29T12:43:38.238" v="1184" actId="1076"/>
          <ac:spMkLst>
            <pc:docMk/>
            <pc:sldMk cId="1436168107" sldId="350"/>
            <ac:spMk id="3" creationId="{457E3FA3-A97C-74E7-3BC1-66A20BC74D39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45:38.507" v="1301" actId="1076"/>
          <ac:spMkLst>
            <pc:docMk/>
            <pc:sldMk cId="1436168107" sldId="350"/>
            <ac:spMk id="4" creationId="{B81EA768-9923-4FA8-A555-159BF93B53E7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45:51.283" v="1344" actId="20577"/>
          <ac:spMkLst>
            <pc:docMk/>
            <pc:sldMk cId="1436168107" sldId="350"/>
            <ac:spMk id="6" creationId="{30429758-7631-9914-D64A-419C2278EC04}"/>
          </ac:spMkLst>
        </pc:spChg>
        <pc:spChg chg="add del">
          <ac:chgData name="Alessandra Lucchesi de Menezes Xavier Franco" userId="5f3dfa65-372e-4b40-99bb-2f920f7b3615" providerId="ADAL" clId="{FA036E0E-9C57-4F3A-AAE8-5EB94CCA7349}" dt="2025-05-29T12:47:41.210" v="1361" actId="478"/>
          <ac:spMkLst>
            <pc:docMk/>
            <pc:sldMk cId="1436168107" sldId="350"/>
            <ac:spMk id="7" creationId="{F7C7D049-3F84-9F30-32F6-9BA0BE5298E7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53:48.203" v="1711" actId="1076"/>
          <ac:spMkLst>
            <pc:docMk/>
            <pc:sldMk cId="1436168107" sldId="350"/>
            <ac:spMk id="8" creationId="{C92CFD2C-8EE4-52B0-CE58-AA4A9E24BD65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53:52.124" v="1713" actId="1076"/>
          <ac:spMkLst>
            <pc:docMk/>
            <pc:sldMk cId="1436168107" sldId="350"/>
            <ac:spMk id="10" creationId="{A27EEC47-3CFC-7F70-CE4C-8464E2D92797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2:54:10.683" v="1749" actId="20577"/>
          <ac:spMkLst>
            <pc:docMk/>
            <pc:sldMk cId="1436168107" sldId="350"/>
            <ac:spMk id="13" creationId="{DDB8E77F-2FDD-ED61-3723-40AE5D470D70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3:01:38.641" v="1825" actId="2085"/>
          <ac:spMkLst>
            <pc:docMk/>
            <pc:sldMk cId="1436168107" sldId="350"/>
            <ac:spMk id="16" creationId="{4AFDDD2B-A98D-B00C-C821-F0DAC302B6F3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3:02:02.015" v="1891" actId="1076"/>
          <ac:spMkLst>
            <pc:docMk/>
            <pc:sldMk cId="1436168107" sldId="350"/>
            <ac:spMk id="17" creationId="{78310EEA-6C30-A065-ED82-D56F39A9C2F5}"/>
          </ac:spMkLst>
        </pc:spChg>
        <pc:picChg chg="del">
          <ac:chgData name="Alessandra Lucchesi de Menezes Xavier Franco" userId="5f3dfa65-372e-4b40-99bb-2f920f7b3615" providerId="ADAL" clId="{FA036E0E-9C57-4F3A-AAE8-5EB94CCA7349}" dt="2025-05-29T12:42:44.764" v="1148" actId="478"/>
          <ac:picMkLst>
            <pc:docMk/>
            <pc:sldMk cId="1436168107" sldId="350"/>
            <ac:picMk id="5" creationId="{D921C2D0-594F-3CEF-51FA-CD016862C4ED}"/>
          </ac:picMkLst>
        </pc:picChg>
        <pc:picChg chg="add del mod">
          <ac:chgData name="Alessandra Lucchesi de Menezes Xavier Franco" userId="5f3dfa65-372e-4b40-99bb-2f920f7b3615" providerId="ADAL" clId="{FA036E0E-9C57-4F3A-AAE8-5EB94CCA7349}" dt="2025-05-29T12:49:58.963" v="1542" actId="478"/>
          <ac:picMkLst>
            <pc:docMk/>
            <pc:sldMk cId="1436168107" sldId="350"/>
            <ac:picMk id="9" creationId="{79AD27E2-4573-E2EC-1695-500E6F7D3AB7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2:53:55.791" v="1715" actId="1076"/>
          <ac:picMkLst>
            <pc:docMk/>
            <pc:sldMk cId="1436168107" sldId="350"/>
            <ac:picMk id="12" creationId="{B4B03FC8-3B2E-F015-B64E-A5E54E25B3B5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3:01:25.866" v="1821" actId="962"/>
          <ac:picMkLst>
            <pc:docMk/>
            <pc:sldMk cId="1436168107" sldId="350"/>
            <ac:picMk id="15" creationId="{B6F687A4-ED79-AD70-FEE2-721B421677AA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2:43:25.691" v="1153" actId="1076"/>
          <ac:picMkLst>
            <pc:docMk/>
            <pc:sldMk cId="1436168107" sldId="350"/>
            <ac:picMk id="2050" creationId="{4D7FABA4-A18C-D5FF-3B2F-E7B9767EFA58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2:45:21.738" v="1293" actId="1076"/>
          <ac:picMkLst>
            <pc:docMk/>
            <pc:sldMk cId="1436168107" sldId="350"/>
            <ac:picMk id="2052" creationId="{02388EA6-9AE8-0410-F097-27C932984EE7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2:49:49.803" v="1539"/>
          <ac:picMkLst>
            <pc:docMk/>
            <pc:sldMk cId="1436168107" sldId="350"/>
            <ac:picMk id="2054" creationId="{69090ECD-7C8A-8742-A707-F034A44B40EC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2:53:46.021" v="1710" actId="1076"/>
          <ac:picMkLst>
            <pc:docMk/>
            <pc:sldMk cId="1436168107" sldId="350"/>
            <ac:picMk id="2058" creationId="{E5169595-291E-6B7A-4547-1EDFD0B026A4}"/>
          </ac:picMkLst>
        </pc:picChg>
        <pc:picChg chg="add del mod">
          <ac:chgData name="Alessandra Lucchesi de Menezes Xavier Franco" userId="5f3dfa65-372e-4b40-99bb-2f920f7b3615" providerId="ADAL" clId="{FA036E0E-9C57-4F3A-AAE8-5EB94CCA7349}" dt="2025-05-29T12:52:04.222" v="1684" actId="478"/>
          <ac:picMkLst>
            <pc:docMk/>
            <pc:sldMk cId="1436168107" sldId="350"/>
            <ac:picMk id="2060" creationId="{49615E01-A8E3-6C8E-65E4-3578C494E530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2:53:50.257" v="1712" actId="1076"/>
          <ac:picMkLst>
            <pc:docMk/>
            <pc:sldMk cId="1436168107" sldId="350"/>
            <ac:picMk id="2062" creationId="{AA52EA7A-A8E1-A367-E010-FE73699F7A80}"/>
          </ac:picMkLst>
        </pc:picChg>
      </pc:sldChg>
      <pc:sldChg chg="modSp add mod">
        <pc:chgData name="Alessandra Lucchesi de Menezes Xavier Franco" userId="5f3dfa65-372e-4b40-99bb-2f920f7b3615" providerId="ADAL" clId="{FA036E0E-9C57-4F3A-AAE8-5EB94CCA7349}" dt="2025-05-29T13:23:32.473" v="2346" actId="1076"/>
        <pc:sldMkLst>
          <pc:docMk/>
          <pc:sldMk cId="1628007197" sldId="350"/>
        </pc:sldMkLst>
        <pc:spChg chg="mod">
          <ac:chgData name="Alessandra Lucchesi de Menezes Xavier Franco" userId="5f3dfa65-372e-4b40-99bb-2f920f7b3615" providerId="ADAL" clId="{FA036E0E-9C57-4F3A-AAE8-5EB94CCA7349}" dt="2025-05-29T13:23:32.473" v="2346" actId="1076"/>
          <ac:spMkLst>
            <pc:docMk/>
            <pc:sldMk cId="1628007197" sldId="350"/>
            <ac:spMk id="4" creationId="{B81EA768-9923-4FA8-A555-159BF93B53E7}"/>
          </ac:spMkLst>
        </pc:spChg>
      </pc:sldChg>
      <pc:sldChg chg="addSp delSp modSp add mod delAnim">
        <pc:chgData name="Alessandra Lucchesi de Menezes Xavier Franco" userId="5f3dfa65-372e-4b40-99bb-2f920f7b3615" providerId="ADAL" clId="{FA036E0E-9C57-4F3A-AAE8-5EB94CCA7349}" dt="2025-05-29T13:03:23.629" v="1902" actId="1076"/>
        <pc:sldMkLst>
          <pc:docMk/>
          <pc:sldMk cId="3672767692" sldId="351"/>
        </pc:sldMkLst>
        <pc:spChg chg="mod">
          <ac:chgData name="Alessandra Lucchesi de Menezes Xavier Franco" userId="5f3dfa65-372e-4b40-99bb-2f920f7b3615" providerId="ADAL" clId="{FA036E0E-9C57-4F3A-AAE8-5EB94CCA7349}" dt="2025-05-29T13:00:25.923" v="1807" actId="1076"/>
          <ac:spMkLst>
            <pc:docMk/>
            <pc:sldMk cId="3672767692" sldId="351"/>
            <ac:spMk id="3" creationId="{B1C47DF9-35CB-31E2-350C-C6C37BE32A37}"/>
          </ac:spMkLst>
        </pc:spChg>
        <pc:grpChg chg="del">
          <ac:chgData name="Alessandra Lucchesi de Menezes Xavier Franco" userId="5f3dfa65-372e-4b40-99bb-2f920f7b3615" providerId="ADAL" clId="{FA036E0E-9C57-4F3A-AAE8-5EB94CCA7349}" dt="2025-05-29T12:59:04.277" v="1787" actId="478"/>
          <ac:grpSpMkLst>
            <pc:docMk/>
            <pc:sldMk cId="3672767692" sldId="351"/>
            <ac:grpSpMk id="10" creationId="{760DF813-89D4-7E7B-9D8A-106400F50994}"/>
          </ac:grpSpMkLst>
        </pc:grpChg>
        <pc:picChg chg="mod">
          <ac:chgData name="Alessandra Lucchesi de Menezes Xavier Franco" userId="5f3dfa65-372e-4b40-99bb-2f920f7b3615" providerId="ADAL" clId="{FA036E0E-9C57-4F3A-AAE8-5EB94CCA7349}" dt="2025-05-29T13:03:23.629" v="1902" actId="1076"/>
          <ac:picMkLst>
            <pc:docMk/>
            <pc:sldMk cId="3672767692" sldId="351"/>
            <ac:picMk id="5" creationId="{8D68675C-5EEA-43C5-ABCC-449D12BE02F7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3:03:15.433" v="1899" actId="1076"/>
          <ac:picMkLst>
            <pc:docMk/>
            <pc:sldMk cId="3672767692" sldId="351"/>
            <ac:picMk id="6" creationId="{4CB70B99-455C-B276-52D5-F62FB88C9014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3:03:21.245" v="1901" actId="1076"/>
          <ac:picMkLst>
            <pc:docMk/>
            <pc:sldMk cId="3672767692" sldId="351"/>
            <ac:picMk id="11" creationId="{697C0E13-1690-172F-7B85-15CFAF4E283A}"/>
          </ac:picMkLst>
        </pc:picChg>
      </pc:sldChg>
      <pc:sldChg chg="addSp delSp modSp add mod">
        <pc:chgData name="Alessandra Lucchesi de Menezes Xavier Franco" userId="5f3dfa65-372e-4b40-99bb-2f920f7b3615" providerId="ADAL" clId="{FA036E0E-9C57-4F3A-AAE8-5EB94CCA7349}" dt="2025-05-29T13:04:55.956" v="1936" actId="478"/>
        <pc:sldMkLst>
          <pc:docMk/>
          <pc:sldMk cId="3903600996" sldId="352"/>
        </pc:sldMkLst>
        <pc:spChg chg="mod">
          <ac:chgData name="Alessandra Lucchesi de Menezes Xavier Franco" userId="5f3dfa65-372e-4b40-99bb-2f920f7b3615" providerId="ADAL" clId="{FA036E0E-9C57-4F3A-AAE8-5EB94CCA7349}" dt="2025-05-29T13:03:56.702" v="1929" actId="20577"/>
          <ac:spMkLst>
            <pc:docMk/>
            <pc:sldMk cId="3903600996" sldId="352"/>
            <ac:spMk id="4" creationId="{08E47CB7-07E3-215F-BECA-7BE6D8658419}"/>
          </ac:spMkLst>
        </pc:spChg>
        <pc:picChg chg="add mod">
          <ac:chgData name="Alessandra Lucchesi de Menezes Xavier Franco" userId="5f3dfa65-372e-4b40-99bb-2f920f7b3615" providerId="ADAL" clId="{FA036E0E-9C57-4F3A-AAE8-5EB94CCA7349}" dt="2025-05-29T13:04:18.277" v="1932" actId="1076"/>
          <ac:picMkLst>
            <pc:docMk/>
            <pc:sldMk cId="3903600996" sldId="352"/>
            <ac:picMk id="6" creationId="{96FF123D-D132-9638-5F1D-53E21FD3AECF}"/>
          </ac:picMkLst>
        </pc:picChg>
        <pc:picChg chg="add del mod">
          <ac:chgData name="Alessandra Lucchesi de Menezes Xavier Franco" userId="5f3dfa65-372e-4b40-99bb-2f920f7b3615" providerId="ADAL" clId="{FA036E0E-9C57-4F3A-AAE8-5EB94CCA7349}" dt="2025-05-29T13:04:55.956" v="1936" actId="478"/>
          <ac:picMkLst>
            <pc:docMk/>
            <pc:sldMk cId="3903600996" sldId="352"/>
            <ac:picMk id="8" creationId="{E954E088-4E65-65FD-D0C0-A6697BC51D13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3:04:52.385" v="1934" actId="1076"/>
          <ac:picMkLst>
            <pc:docMk/>
            <pc:sldMk cId="3903600996" sldId="352"/>
            <ac:picMk id="10" creationId="{4477E407-AD0C-BE8E-EB27-0785FC3EA6FB}"/>
          </ac:picMkLst>
        </pc:picChg>
      </pc:sldChg>
      <pc:sldChg chg="addSp delSp modSp add mod modAnim">
        <pc:chgData name="Alessandra Lucchesi de Menezes Xavier Franco" userId="5f3dfa65-372e-4b40-99bb-2f920f7b3615" providerId="ADAL" clId="{FA036E0E-9C57-4F3A-AAE8-5EB94CCA7349}" dt="2025-05-29T13:06:05.844" v="1968"/>
        <pc:sldMkLst>
          <pc:docMk/>
          <pc:sldMk cId="574682733" sldId="353"/>
        </pc:sldMkLst>
        <pc:spChg chg="del">
          <ac:chgData name="Alessandra Lucchesi de Menezes Xavier Franco" userId="5f3dfa65-372e-4b40-99bb-2f920f7b3615" providerId="ADAL" clId="{FA036E0E-9C57-4F3A-AAE8-5EB94CCA7349}" dt="2025-05-29T13:05:02.675" v="1939" actId="478"/>
          <ac:spMkLst>
            <pc:docMk/>
            <pc:sldMk cId="574682733" sldId="353"/>
            <ac:spMk id="4" creationId="{38B94920-694E-62A1-C32F-6E7BFB804139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3:05:44.867" v="1960" actId="207"/>
          <ac:spMkLst>
            <pc:docMk/>
            <pc:sldMk cId="574682733" sldId="353"/>
            <ac:spMk id="8" creationId="{5AEF9242-70B8-986B-C334-AEA4C27B91E0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3:05:47.524" v="1962" actId="1076"/>
          <ac:spMkLst>
            <pc:docMk/>
            <pc:sldMk cId="574682733" sldId="353"/>
            <ac:spMk id="9" creationId="{CE76C8FB-5A44-46E7-6B3D-BC60440B837A}"/>
          </ac:spMkLst>
        </pc:spChg>
        <pc:picChg chg="mod">
          <ac:chgData name="Alessandra Lucchesi de Menezes Xavier Franco" userId="5f3dfa65-372e-4b40-99bb-2f920f7b3615" providerId="ADAL" clId="{FA036E0E-9C57-4F3A-AAE8-5EB94CCA7349}" dt="2025-05-29T13:05:51.643" v="1963" actId="207"/>
          <ac:picMkLst>
            <pc:docMk/>
            <pc:sldMk cId="574682733" sldId="353"/>
            <ac:picMk id="6" creationId="{4E8F85DA-4E3F-A157-A7F1-EB6E7AA95273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3:05:54.965" v="1965" actId="207"/>
          <ac:picMkLst>
            <pc:docMk/>
            <pc:sldMk cId="574682733" sldId="353"/>
            <ac:picMk id="7" creationId="{879FA868-E3DA-90A8-85A2-3F0634C338AE}"/>
          </ac:picMkLst>
        </pc:picChg>
        <pc:picChg chg="mod">
          <ac:chgData name="Alessandra Lucchesi de Menezes Xavier Franco" userId="5f3dfa65-372e-4b40-99bb-2f920f7b3615" providerId="ADAL" clId="{FA036E0E-9C57-4F3A-AAE8-5EB94CCA7349}" dt="2025-05-29T13:05:53.197" v="1964" actId="207"/>
          <ac:picMkLst>
            <pc:docMk/>
            <pc:sldMk cId="574682733" sldId="353"/>
            <ac:picMk id="10" creationId="{DF107849-11F2-8557-8406-4C73ED4AC861}"/>
          </ac:picMkLst>
        </pc:picChg>
        <pc:picChg chg="del">
          <ac:chgData name="Alessandra Lucchesi de Menezes Xavier Franco" userId="5f3dfa65-372e-4b40-99bb-2f920f7b3615" providerId="ADAL" clId="{FA036E0E-9C57-4F3A-AAE8-5EB94CCA7349}" dt="2025-05-29T13:05:00.836" v="1938" actId="478"/>
          <ac:picMkLst>
            <pc:docMk/>
            <pc:sldMk cId="574682733" sldId="353"/>
            <ac:picMk id="13" creationId="{A63E42DF-AB80-EEB9-2D37-733E78C7ABBA}"/>
          </ac:picMkLst>
        </pc:picChg>
      </pc:sldChg>
      <pc:sldChg chg="addSp delSp modSp add mod delAnim">
        <pc:chgData name="Alessandra Lucchesi de Menezes Xavier Franco" userId="5f3dfa65-372e-4b40-99bb-2f920f7b3615" providerId="ADAL" clId="{FA036E0E-9C57-4F3A-AAE8-5EB94CCA7349}" dt="2025-05-29T13:08:44.653" v="1995" actId="1076"/>
        <pc:sldMkLst>
          <pc:docMk/>
          <pc:sldMk cId="662667426" sldId="354"/>
        </pc:sldMkLst>
        <pc:spChg chg="del">
          <ac:chgData name="Alessandra Lucchesi de Menezes Xavier Franco" userId="5f3dfa65-372e-4b40-99bb-2f920f7b3615" providerId="ADAL" clId="{FA036E0E-9C57-4F3A-AAE8-5EB94CCA7349}" dt="2025-05-29T13:08:04.877" v="1972" actId="478"/>
          <ac:spMkLst>
            <pc:docMk/>
            <pc:sldMk cId="662667426" sldId="354"/>
            <ac:spMk id="4" creationId="{B27CA3B9-BA07-9F00-A3FB-C63AA7F95134}"/>
          </ac:spMkLst>
        </pc:spChg>
        <pc:picChg chg="add mod">
          <ac:chgData name="Alessandra Lucchesi de Menezes Xavier Franco" userId="5f3dfa65-372e-4b40-99bb-2f920f7b3615" providerId="ADAL" clId="{FA036E0E-9C57-4F3A-AAE8-5EB94CCA7349}" dt="2025-05-29T13:08:44.653" v="1995" actId="1076"/>
          <ac:picMkLst>
            <pc:docMk/>
            <pc:sldMk cId="662667426" sldId="354"/>
            <ac:picMk id="6" creationId="{7E37EDCB-D171-0E6D-288D-C1C98AAACA5A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3:08:43.598" v="1994" actId="1076"/>
          <ac:picMkLst>
            <pc:docMk/>
            <pc:sldMk cId="662667426" sldId="354"/>
            <ac:picMk id="8" creationId="{BAA2A867-BD99-A7FE-1ED3-EBFC4D88BD16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3:08:42.434" v="1993" actId="1076"/>
          <ac:picMkLst>
            <pc:docMk/>
            <pc:sldMk cId="662667426" sldId="354"/>
            <ac:picMk id="10" creationId="{598B4509-AA9B-D416-30BF-47B221876739}"/>
          </ac:picMkLst>
        </pc:picChg>
      </pc:sldChg>
      <pc:sldChg chg="addSp delSp modSp add mod modAnim">
        <pc:chgData name="Alessandra Lucchesi de Menezes Xavier Franco" userId="5f3dfa65-372e-4b40-99bb-2f920f7b3615" providerId="ADAL" clId="{FA036E0E-9C57-4F3A-AAE8-5EB94CCA7349}" dt="2025-05-29T13:21:57.530" v="2249" actId="20577"/>
        <pc:sldMkLst>
          <pc:docMk/>
          <pc:sldMk cId="1002976814" sldId="355"/>
        </pc:sldMkLst>
        <pc:spChg chg="mod">
          <ac:chgData name="Alessandra Lucchesi de Menezes Xavier Franco" userId="5f3dfa65-372e-4b40-99bb-2f920f7b3615" providerId="ADAL" clId="{FA036E0E-9C57-4F3A-AAE8-5EB94CCA7349}" dt="2025-05-29T13:21:57.530" v="2249" actId="20577"/>
          <ac:spMkLst>
            <pc:docMk/>
            <pc:sldMk cId="1002976814" sldId="355"/>
            <ac:spMk id="2" creationId="{6872D52D-4B24-EF94-663F-84AF85CAC1DF}"/>
          </ac:spMkLst>
        </pc:spChg>
        <pc:spChg chg="del">
          <ac:chgData name="Alessandra Lucchesi de Menezes Xavier Franco" userId="5f3dfa65-372e-4b40-99bb-2f920f7b3615" providerId="ADAL" clId="{FA036E0E-9C57-4F3A-AAE8-5EB94CCA7349}" dt="2025-05-29T13:16:46.277" v="2034" actId="478"/>
          <ac:spMkLst>
            <pc:docMk/>
            <pc:sldMk cId="1002976814" sldId="355"/>
            <ac:spMk id="3" creationId="{83CBD0B7-9C89-6603-0CD1-1ED013907E4B}"/>
          </ac:spMkLst>
        </pc:spChg>
        <pc:spChg chg="del mod">
          <ac:chgData name="Alessandra Lucchesi de Menezes Xavier Franco" userId="5f3dfa65-372e-4b40-99bb-2f920f7b3615" providerId="ADAL" clId="{FA036E0E-9C57-4F3A-AAE8-5EB94CCA7349}" dt="2025-05-29T13:16:48.511" v="2036" actId="478"/>
          <ac:spMkLst>
            <pc:docMk/>
            <pc:sldMk cId="1002976814" sldId="355"/>
            <ac:spMk id="4" creationId="{656E38FD-45BE-E8D4-2334-7594B702D743}"/>
          </ac:spMkLst>
        </pc:spChg>
        <pc:spChg chg="del">
          <ac:chgData name="Alessandra Lucchesi de Menezes Xavier Franco" userId="5f3dfa65-372e-4b40-99bb-2f920f7b3615" providerId="ADAL" clId="{FA036E0E-9C57-4F3A-AAE8-5EB94CCA7349}" dt="2025-05-29T13:16:50.668" v="2037" actId="478"/>
          <ac:spMkLst>
            <pc:docMk/>
            <pc:sldMk cId="1002976814" sldId="355"/>
            <ac:spMk id="5" creationId="{D96A3783-F56E-142A-C5F2-CA1D4E15D8E5}"/>
          </ac:spMkLst>
        </pc:spChg>
        <pc:spChg chg="add del">
          <ac:chgData name="Alessandra Lucchesi de Menezes Xavier Franco" userId="5f3dfa65-372e-4b40-99bb-2f920f7b3615" providerId="ADAL" clId="{FA036E0E-9C57-4F3A-AAE8-5EB94CCA7349}" dt="2025-05-29T13:16:58.411" v="2040" actId="478"/>
          <ac:spMkLst>
            <pc:docMk/>
            <pc:sldMk cId="1002976814" sldId="355"/>
            <ac:spMk id="6" creationId="{C3DBC265-20FF-0C73-8AAD-21C5D770E520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3:18:46.018" v="2129" actId="20577"/>
          <ac:spMkLst>
            <pc:docMk/>
            <pc:sldMk cId="1002976814" sldId="355"/>
            <ac:spMk id="7" creationId="{1B210EBC-610D-8FB1-3A32-4810C9DB07FD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3:21:29.009" v="2216" actId="14100"/>
          <ac:spMkLst>
            <pc:docMk/>
            <pc:sldMk cId="1002976814" sldId="355"/>
            <ac:spMk id="8" creationId="{45CEFFCC-1F4B-D844-84D5-32E32205EC4D}"/>
          </ac:spMkLst>
        </pc:spChg>
        <pc:picChg chg="del">
          <ac:chgData name="Alessandra Lucchesi de Menezes Xavier Franco" userId="5f3dfa65-372e-4b40-99bb-2f920f7b3615" providerId="ADAL" clId="{FA036E0E-9C57-4F3A-AAE8-5EB94CCA7349}" dt="2025-05-29T13:16:51.035" v="2038" actId="478"/>
          <ac:picMkLst>
            <pc:docMk/>
            <pc:sldMk cId="1002976814" sldId="355"/>
            <ac:picMk id="1026" creationId="{931087C1-BC16-35F8-A4E6-DC6D5DD03427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3:18:29.337" v="2105" actId="1076"/>
          <ac:picMkLst>
            <pc:docMk/>
            <pc:sldMk cId="1002976814" sldId="355"/>
            <ac:picMk id="3076" creationId="{37FA388A-D934-65CB-5DF0-B7BC209BB9A7}"/>
          </ac:picMkLst>
        </pc:picChg>
        <pc:picChg chg="add del mod">
          <ac:chgData name="Alessandra Lucchesi de Menezes Xavier Franco" userId="5f3dfa65-372e-4b40-99bb-2f920f7b3615" providerId="ADAL" clId="{FA036E0E-9C57-4F3A-AAE8-5EB94CCA7349}" dt="2025-05-29T13:17:26.966" v="2045" actId="478"/>
          <ac:picMkLst>
            <pc:docMk/>
            <pc:sldMk cId="1002976814" sldId="355"/>
            <ac:picMk id="3078" creationId="{075E3711-271F-43AE-E742-0199A7A1D872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3:18:01.719" v="2047" actId="1076"/>
          <ac:picMkLst>
            <pc:docMk/>
            <pc:sldMk cId="1002976814" sldId="355"/>
            <ac:picMk id="3080" creationId="{0977205D-D221-E940-D8B9-5487EC78B618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3:21:29.009" v="2216" actId="14100"/>
          <ac:picMkLst>
            <pc:docMk/>
            <pc:sldMk cId="1002976814" sldId="355"/>
            <ac:picMk id="3082" creationId="{017BDC4F-37D9-F3DE-A6EF-09194A3AC6F4}"/>
          </ac:picMkLst>
        </pc:picChg>
        <pc:picChg chg="add mod">
          <ac:chgData name="Alessandra Lucchesi de Menezes Xavier Franco" userId="5f3dfa65-372e-4b40-99bb-2f920f7b3615" providerId="ADAL" clId="{FA036E0E-9C57-4F3A-AAE8-5EB94CCA7349}" dt="2025-05-29T13:21:42.742" v="2221" actId="167"/>
          <ac:picMkLst>
            <pc:docMk/>
            <pc:sldMk cId="1002976814" sldId="355"/>
            <ac:picMk id="3084" creationId="{A6610DE6-540F-170D-3BBE-8D264F0A855D}"/>
          </ac:picMkLst>
        </pc:picChg>
      </pc:sldChg>
      <pc:sldChg chg="addSp modSp add mod">
        <pc:chgData name="Alessandra Lucchesi de Menezes Xavier Franco" userId="5f3dfa65-372e-4b40-99bb-2f920f7b3615" providerId="ADAL" clId="{FA036E0E-9C57-4F3A-AAE8-5EB94CCA7349}" dt="2025-05-29T13:52:05.924" v="2567" actId="5793"/>
        <pc:sldMkLst>
          <pc:docMk/>
          <pc:sldMk cId="203275146" sldId="356"/>
        </pc:sldMkLst>
        <pc:spChg chg="mod">
          <ac:chgData name="Alessandra Lucchesi de Menezes Xavier Franco" userId="5f3dfa65-372e-4b40-99bb-2f920f7b3615" providerId="ADAL" clId="{FA036E0E-9C57-4F3A-AAE8-5EB94CCA7349}" dt="2025-05-29T13:44:16.131" v="2443" actId="1076"/>
          <ac:spMkLst>
            <pc:docMk/>
            <pc:sldMk cId="203275146" sldId="356"/>
            <ac:spMk id="4" creationId="{2B27007C-5114-34EC-A1DF-E3CEF6AD9340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3:52:05.924" v="2567" actId="5793"/>
          <ac:spMkLst>
            <pc:docMk/>
            <pc:sldMk cId="203275146" sldId="356"/>
            <ac:spMk id="6" creationId="{45D4F214-BA93-192F-EB8E-6D47C9B115C6}"/>
          </ac:spMkLst>
        </pc:spChg>
        <pc:picChg chg="mod">
          <ac:chgData name="Alessandra Lucchesi de Menezes Xavier Franco" userId="5f3dfa65-372e-4b40-99bb-2f920f7b3615" providerId="ADAL" clId="{FA036E0E-9C57-4F3A-AAE8-5EB94CCA7349}" dt="2025-05-29T13:44:07.624" v="2426" actId="1076"/>
          <ac:picMkLst>
            <pc:docMk/>
            <pc:sldMk cId="203275146" sldId="356"/>
            <ac:picMk id="13" creationId="{CEF03B93-2526-73C6-F898-0DE8AC8325E3}"/>
          </ac:picMkLst>
        </pc:picChg>
      </pc:sldChg>
      <pc:sldChg chg="addSp modSp add mod">
        <pc:chgData name="Alessandra Lucchesi de Menezes Xavier Franco" userId="5f3dfa65-372e-4b40-99bb-2f920f7b3615" providerId="ADAL" clId="{FA036E0E-9C57-4F3A-AAE8-5EB94CCA7349}" dt="2025-05-29T13:50:12.433" v="2536" actId="1076"/>
        <pc:sldMkLst>
          <pc:docMk/>
          <pc:sldMk cId="3935430502" sldId="357"/>
        </pc:sldMkLst>
        <pc:spChg chg="mod">
          <ac:chgData name="Alessandra Lucchesi de Menezes Xavier Franco" userId="5f3dfa65-372e-4b40-99bb-2f920f7b3615" providerId="ADAL" clId="{FA036E0E-9C57-4F3A-AAE8-5EB94CCA7349}" dt="2025-05-29T13:50:12.433" v="2536" actId="1076"/>
          <ac:spMkLst>
            <pc:docMk/>
            <pc:sldMk cId="3935430502" sldId="357"/>
            <ac:spMk id="4" creationId="{70E1BCE5-6B69-A482-9DAD-43EFEC2E105F}"/>
          </ac:spMkLst>
        </pc:spChg>
        <pc:spChg chg="add mod">
          <ac:chgData name="Alessandra Lucchesi de Menezes Xavier Franco" userId="5f3dfa65-372e-4b40-99bb-2f920f7b3615" providerId="ADAL" clId="{FA036E0E-9C57-4F3A-AAE8-5EB94CCA7349}" dt="2025-05-29T13:50:06.266" v="2535" actId="1076"/>
          <ac:spMkLst>
            <pc:docMk/>
            <pc:sldMk cId="3935430502" sldId="357"/>
            <ac:spMk id="6" creationId="{3636A140-BA1F-ED78-93DE-E2DCF8374029}"/>
          </ac:spMkLst>
        </pc:spChg>
      </pc:sldChg>
      <pc:sldChg chg="delSp modSp add mod">
        <pc:chgData name="Alessandra Lucchesi de Menezes Xavier Franco" userId="5f3dfa65-372e-4b40-99bb-2f920f7b3615" providerId="ADAL" clId="{FA036E0E-9C57-4F3A-AAE8-5EB94CCA7349}" dt="2025-05-29T13:51:55.876" v="2557" actId="14100"/>
        <pc:sldMkLst>
          <pc:docMk/>
          <pc:sldMk cId="2503309930" sldId="358"/>
        </pc:sldMkLst>
        <pc:spChg chg="del mod">
          <ac:chgData name="Alessandra Lucchesi de Menezes Xavier Franco" userId="5f3dfa65-372e-4b40-99bb-2f920f7b3615" providerId="ADAL" clId="{FA036E0E-9C57-4F3A-AAE8-5EB94CCA7349}" dt="2025-05-29T13:51:14.195" v="2542" actId="478"/>
          <ac:spMkLst>
            <pc:docMk/>
            <pc:sldMk cId="2503309930" sldId="358"/>
            <ac:spMk id="4" creationId="{869D5AB8-3F8C-0758-F2CE-9B2388F027D1}"/>
          </ac:spMkLst>
        </pc:spChg>
        <pc:spChg chg="mod">
          <ac:chgData name="Alessandra Lucchesi de Menezes Xavier Franco" userId="5f3dfa65-372e-4b40-99bb-2f920f7b3615" providerId="ADAL" clId="{FA036E0E-9C57-4F3A-AAE8-5EB94CCA7349}" dt="2025-05-29T13:51:55.876" v="2557" actId="14100"/>
          <ac:spMkLst>
            <pc:docMk/>
            <pc:sldMk cId="2503309930" sldId="358"/>
            <ac:spMk id="6" creationId="{522A09B8-61C5-7606-EA90-124EDC59B997}"/>
          </ac:spMkLst>
        </pc:spChg>
        <pc:picChg chg="del">
          <ac:chgData name="Alessandra Lucchesi de Menezes Xavier Franco" userId="5f3dfa65-372e-4b40-99bb-2f920f7b3615" providerId="ADAL" clId="{FA036E0E-9C57-4F3A-AAE8-5EB94CCA7349}" dt="2025-05-29T13:51:14.946" v="2543" actId="478"/>
          <ac:picMkLst>
            <pc:docMk/>
            <pc:sldMk cId="2503309930" sldId="358"/>
            <ac:picMk id="13" creationId="{2C573C12-09FC-082B-93A2-15FF0FCE289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C9FDEB-5C9A-45F0-8663-BF2B3DA5E9F0}" type="datetimeFigureOut">
              <a:rPr lang="pt-BR" smtClean="0"/>
              <a:t>29/05/2025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CC2A8-981E-4DB5-9656-7F7B73D42DC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1874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CC2A8-981E-4DB5-9656-7F7B73D42DCE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527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CC2A8-981E-4DB5-9656-7F7B73D42DCE}" type="slidenum">
              <a:rPr lang="pt-BR" smtClean="0"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8120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0CC2A8-981E-4DB5-9656-7F7B73D42DCE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993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>
            <a:extLst>
              <a:ext uri="{FF2B5EF4-FFF2-40B4-BE49-F238E27FC236}">
                <a16:creationId xmlns:a16="http://schemas.microsoft.com/office/drawing/2014/main" id="{13166C7A-2093-D6C3-1015-7D2F617163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13" name="Imagem 12" descr="Ícone&#10;&#10;Descrição gerada automaticamente">
            <a:extLst>
              <a:ext uri="{FF2B5EF4-FFF2-40B4-BE49-F238E27FC236}">
                <a16:creationId xmlns:a16="http://schemas.microsoft.com/office/drawing/2014/main" id="{A316BF18-71C4-6DFB-3899-55975135C04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0780" y="4186431"/>
            <a:ext cx="6006010" cy="245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60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2BC81048-106F-8A9F-3659-84DE7A503A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609540" y="112734"/>
            <a:ext cx="432148" cy="20297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09CC232-D3EB-DEAC-D4F6-2814567339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710505"/>
            <a:ext cx="12192001" cy="145732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2BA6CA09-CC7F-1786-B476-36C72373C4A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50312" y="112734"/>
            <a:ext cx="1876817" cy="8866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7C47377-7674-8059-EC18-23B0E72F057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708398" y="83343"/>
            <a:ext cx="513790" cy="261566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386D4528-106C-E8FF-B56B-1462435391D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317206" y="111043"/>
            <a:ext cx="1003840" cy="19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81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709CC232-D3EB-DEAC-D4F6-2814567339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710505"/>
            <a:ext cx="12192001" cy="145732"/>
          </a:xfrm>
          <a:prstGeom prst="rect">
            <a:avLst/>
          </a:prstGeom>
        </p:spPr>
      </p:pic>
      <p:pic>
        <p:nvPicPr>
          <p:cNvPr id="4" name="Imagem 3" descr="Ícone&#10;&#10;Descrição gerada automaticamente">
            <a:extLst>
              <a:ext uri="{FF2B5EF4-FFF2-40B4-BE49-F238E27FC236}">
                <a16:creationId xmlns:a16="http://schemas.microsoft.com/office/drawing/2014/main" id="{77005AB1-27D9-0AF0-A364-55A4177135F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92995" y="1924406"/>
            <a:ext cx="6006010" cy="245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823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4066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7" Type="http://schemas.openxmlformats.org/officeDocument/2006/relationships/image" Target="../media/image37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52.jpeg"/><Relationship Id="rId7" Type="http://schemas.openxmlformats.org/officeDocument/2006/relationships/image" Target="../media/image56.pn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B8D3994E-2F48-AC7A-CB89-89DE77EB8EAA}"/>
              </a:ext>
            </a:extLst>
          </p:cNvPr>
          <p:cNvSpPr txBox="1">
            <a:spLocks/>
          </p:cNvSpPr>
          <p:nvPr/>
        </p:nvSpPr>
        <p:spPr>
          <a:xfrm>
            <a:off x="6447693" y="5101866"/>
            <a:ext cx="5476677" cy="1003076"/>
          </a:xfrm>
          <a:prstGeom prst="rect">
            <a:avLst/>
          </a:prstGeom>
        </p:spPr>
        <p:txBody>
          <a:bodyPr lIns="91440" tIns="45720" rIns="91440" bIns="4572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000" b="1" dirty="0">
                <a:latin typeface="Verdana"/>
                <a:ea typeface="Verdana"/>
              </a:rPr>
              <a:t>Surto de doenças diarreicas: da detecção à prevenção</a:t>
            </a:r>
          </a:p>
          <a:p>
            <a:pPr>
              <a:lnSpc>
                <a:spcPct val="150000"/>
              </a:lnSpc>
            </a:pPr>
            <a:r>
              <a:rPr lang="pt-BR" sz="1000" dirty="0">
                <a:latin typeface="Verdana"/>
                <a:ea typeface="Verdana"/>
              </a:rPr>
              <a:t>Alessandra Luchesi de Menezes Xavier Franco</a:t>
            </a:r>
          </a:p>
          <a:p>
            <a:pPr>
              <a:lnSpc>
                <a:spcPct val="150000"/>
              </a:lnSpc>
            </a:pPr>
            <a:r>
              <a:rPr lang="pt-BR" sz="1000" dirty="0">
                <a:latin typeface="Verdana"/>
                <a:ea typeface="Verdana"/>
              </a:rPr>
              <a:t>Diretora Técnica de Saúde II</a:t>
            </a:r>
            <a:br>
              <a:rPr lang="pt-BR" sz="1000" dirty="0">
                <a:latin typeface="Verdana"/>
                <a:ea typeface="Verdana"/>
              </a:rPr>
            </a:br>
            <a:r>
              <a:rPr lang="pt-BR" sz="1000" dirty="0">
                <a:latin typeface="Verdana"/>
                <a:ea typeface="Verdana"/>
              </a:rPr>
              <a:t>Divisão de Doenças de Transmissão Hídrica e Alimentar - DDTHA/CVE</a:t>
            </a:r>
          </a:p>
        </p:txBody>
      </p:sp>
    </p:spTree>
    <p:extLst>
      <p:ext uri="{BB962C8B-B14F-4D97-AF65-F5344CB8AC3E}">
        <p14:creationId xmlns:p14="http://schemas.microsoft.com/office/powerpoint/2010/main" val="3541278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E4916-4C34-AD4E-4D6A-403D6B2B8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F0D8D08-365C-A185-7D5C-0284EE7F3E2D}"/>
              </a:ext>
            </a:extLst>
          </p:cNvPr>
          <p:cNvSpPr txBox="1"/>
          <p:nvPr/>
        </p:nvSpPr>
        <p:spPr>
          <a:xfrm>
            <a:off x="244419" y="576401"/>
            <a:ext cx="7276969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DOENÇAS DE TRANSMISSÃO HÍDRICA E ALIMENTAR</a:t>
            </a:r>
            <a:endParaRPr lang="pt-BR" b="1" dirty="0"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C06E0C8-DC53-5232-7C66-B9B5F537B0DD}"/>
              </a:ext>
            </a:extLst>
          </p:cNvPr>
          <p:cNvSpPr txBox="1"/>
          <p:nvPr/>
        </p:nvSpPr>
        <p:spPr>
          <a:xfrm>
            <a:off x="3525082" y="6123158"/>
            <a:ext cx="6002448" cy="6097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500" b="1" dirty="0">
                <a:solidFill>
                  <a:schemeClr val="bg2"/>
                </a:solidFill>
                <a:ea typeface="+mn-lt"/>
                <a:cs typeface="+mn-lt"/>
              </a:rPr>
              <a:t>CID-10 A08 – SÍNDROME DIARREICA AGUDA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41A9033-F82C-0408-3859-5B083EE1E445}"/>
              </a:ext>
            </a:extLst>
          </p:cNvPr>
          <p:cNvSpPr txBox="1"/>
          <p:nvPr/>
        </p:nvSpPr>
        <p:spPr>
          <a:xfrm>
            <a:off x="2887821" y="3044279"/>
            <a:ext cx="7276969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400" b="1" dirty="0">
                <a:solidFill>
                  <a:srgbClr val="002060"/>
                </a:solidFill>
                <a:ea typeface="+mn-lt"/>
                <a:cs typeface="+mn-lt"/>
              </a:rPr>
              <a:t>Do que estamos falando?</a:t>
            </a:r>
            <a:endParaRPr lang="pt-BR" sz="3600" b="1" dirty="0">
              <a:ea typeface="Calibri"/>
              <a:cs typeface="Calibri"/>
            </a:endParaRPr>
          </a:p>
        </p:txBody>
      </p:sp>
      <p:pic>
        <p:nvPicPr>
          <p:cNvPr id="13" name="Imagem 12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CBED9E5D-9D96-8838-D217-5BA6A64ADA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3" y="1803263"/>
            <a:ext cx="3838585" cy="383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928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E8E16-42E2-2BB2-9D31-6B62462A8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02846C6-3199-CAC5-12E7-29274A30AD94}"/>
              </a:ext>
            </a:extLst>
          </p:cNvPr>
          <p:cNvSpPr txBox="1"/>
          <p:nvPr/>
        </p:nvSpPr>
        <p:spPr>
          <a:xfrm>
            <a:off x="244419" y="576401"/>
            <a:ext cx="7276969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DOENÇAS DE TRANSMISSÃO HÍDRICA E ALIMENTAR</a:t>
            </a:r>
            <a:endParaRPr lang="pt-BR" b="1" dirty="0"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A349FCC-70F9-D2CD-31E3-6E5C96D0476B}"/>
              </a:ext>
            </a:extLst>
          </p:cNvPr>
          <p:cNvSpPr txBox="1"/>
          <p:nvPr/>
        </p:nvSpPr>
        <p:spPr>
          <a:xfrm>
            <a:off x="3525082" y="6123158"/>
            <a:ext cx="6002448" cy="6097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500" b="1" dirty="0">
                <a:solidFill>
                  <a:schemeClr val="bg2"/>
                </a:solidFill>
                <a:ea typeface="+mn-lt"/>
                <a:cs typeface="+mn-lt"/>
              </a:rPr>
              <a:t>CID-10 A08 – SÍNDROME DIARREICA AGUDA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0E1BCE5-6B69-A482-9DAD-43EFEC2E105F}"/>
              </a:ext>
            </a:extLst>
          </p:cNvPr>
          <p:cNvSpPr txBox="1"/>
          <p:nvPr/>
        </p:nvSpPr>
        <p:spPr>
          <a:xfrm>
            <a:off x="3677530" y="991090"/>
            <a:ext cx="7276969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400" b="1" dirty="0">
                <a:solidFill>
                  <a:srgbClr val="002060"/>
                </a:solidFill>
                <a:ea typeface="+mn-lt"/>
                <a:cs typeface="+mn-lt"/>
              </a:rPr>
              <a:t>Do que estamos falando?</a:t>
            </a:r>
            <a:endParaRPr lang="pt-BR" sz="3600" b="1" dirty="0">
              <a:ea typeface="Calibri"/>
              <a:cs typeface="Calibri"/>
            </a:endParaRPr>
          </a:p>
        </p:txBody>
      </p:sp>
      <p:pic>
        <p:nvPicPr>
          <p:cNvPr id="13" name="Imagem 12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D0941C53-08E9-C625-4185-E37DB9E84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3" y="1803263"/>
            <a:ext cx="3838585" cy="383858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636A140-BA1F-ED78-93DE-E2DCF8374029}"/>
              </a:ext>
            </a:extLst>
          </p:cNvPr>
          <p:cNvSpPr txBox="1"/>
          <p:nvPr/>
        </p:nvSpPr>
        <p:spPr>
          <a:xfrm>
            <a:off x="3880888" y="1930717"/>
            <a:ext cx="752220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pt-BR" b="0" i="0" dirty="0">
                <a:solidFill>
                  <a:srgbClr val="3C4245"/>
                </a:solidFill>
                <a:effectLst/>
                <a:latin typeface="Noto Sans" panose="020B0502040204020203" pitchFamily="34" charset="0"/>
              </a:rPr>
              <a:t>A diarreia é a terceira principal causa de morte em crianças de 1 a 59 meses de idade. É uma doença prevenível e tratável.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pt-BR" b="0" i="0" dirty="0">
              <a:solidFill>
                <a:srgbClr val="3C4245"/>
              </a:solidFill>
              <a:effectLst/>
              <a:latin typeface="Noto Sans" panose="020B0502040204020203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pt-BR" b="0" i="0" dirty="0">
                <a:solidFill>
                  <a:srgbClr val="3C4245"/>
                </a:solidFill>
                <a:effectLst/>
                <a:latin typeface="Noto Sans" panose="020B0502040204020203" pitchFamily="34" charset="0"/>
              </a:rPr>
              <a:t>A cada ano, a diarreia mata cerca de 443.832 crianças menores de 5 anos e outras 50.851 crianças entre 5 e 9 anos.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pt-BR" b="0" i="0" dirty="0">
              <a:solidFill>
                <a:srgbClr val="3C4245"/>
              </a:solidFill>
              <a:effectLst/>
              <a:latin typeface="Noto Sans" panose="020B0502040204020203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pt-BR" b="0" i="0" dirty="0">
                <a:solidFill>
                  <a:srgbClr val="3C4245"/>
                </a:solidFill>
                <a:effectLst/>
                <a:latin typeface="Noto Sans" panose="020B0502040204020203" pitchFamily="34" charset="0"/>
              </a:rPr>
              <a:t>Uma proporção significativa de doenças diarreicas pode ser prevenida por meio de água potável segura e saneamento e higiene adequados.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pt-BR" b="0" i="0" dirty="0">
              <a:solidFill>
                <a:srgbClr val="3C4245"/>
              </a:solidFill>
              <a:effectLst/>
              <a:latin typeface="Noto Sans" panose="020B0502040204020203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pt-BR" b="0" i="0" dirty="0">
                <a:solidFill>
                  <a:srgbClr val="3C4245"/>
                </a:solidFill>
                <a:effectLst/>
                <a:latin typeface="Noto Sans" panose="020B0502040204020203" pitchFamily="34" charset="0"/>
              </a:rPr>
              <a:t>No mundo todo, ocorrem quase 1,7 bilhão de casos de doenças diarreicas infantis todos os anos.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pt-BR" b="0" i="0" dirty="0">
              <a:solidFill>
                <a:srgbClr val="3C4245"/>
              </a:solidFill>
              <a:effectLst/>
              <a:latin typeface="Noto Sans" panose="020B0502040204020203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pt-BR" b="0" i="0" dirty="0">
                <a:solidFill>
                  <a:srgbClr val="3C4245"/>
                </a:solidFill>
                <a:effectLst/>
                <a:latin typeface="Noto Sans" panose="020B0502040204020203" pitchFamily="34" charset="0"/>
              </a:rPr>
              <a:t>A diarreia é uma das principais causas de desnutrição em crianças menores de 5 anos.</a:t>
            </a:r>
          </a:p>
        </p:txBody>
      </p:sp>
    </p:spTree>
    <p:extLst>
      <p:ext uri="{BB962C8B-B14F-4D97-AF65-F5344CB8AC3E}">
        <p14:creationId xmlns:p14="http://schemas.microsoft.com/office/powerpoint/2010/main" val="3935430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9FEAE-A41F-3870-8A34-A4FEE9A38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149311A-DE68-64EC-2BA5-6D2372262579}"/>
              </a:ext>
            </a:extLst>
          </p:cNvPr>
          <p:cNvSpPr txBox="1"/>
          <p:nvPr/>
        </p:nvSpPr>
        <p:spPr>
          <a:xfrm>
            <a:off x="244419" y="576401"/>
            <a:ext cx="7276969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DOENÇAS DE TRANSMISSÃO HÍDRICA E ALIMENTAR</a:t>
            </a:r>
            <a:endParaRPr lang="pt-BR" b="1" dirty="0"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010873A-7BAA-EA9E-CD87-340802148066}"/>
              </a:ext>
            </a:extLst>
          </p:cNvPr>
          <p:cNvSpPr txBox="1"/>
          <p:nvPr/>
        </p:nvSpPr>
        <p:spPr>
          <a:xfrm>
            <a:off x="3525082" y="6123158"/>
            <a:ext cx="6002448" cy="6097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500" b="1" dirty="0">
                <a:solidFill>
                  <a:schemeClr val="bg2"/>
                </a:solidFill>
                <a:ea typeface="+mn-lt"/>
                <a:cs typeface="+mn-lt"/>
              </a:rPr>
              <a:t>CID-10 A08 – SÍNDROME DIARREICA AGUDA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B27007C-5114-34EC-A1DF-E3CEF6AD9340}"/>
              </a:ext>
            </a:extLst>
          </p:cNvPr>
          <p:cNvSpPr txBox="1"/>
          <p:nvPr/>
        </p:nvSpPr>
        <p:spPr>
          <a:xfrm>
            <a:off x="2030916" y="1547988"/>
            <a:ext cx="3956324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400" b="1" dirty="0">
                <a:solidFill>
                  <a:srgbClr val="002060"/>
                </a:solidFill>
                <a:ea typeface="+mn-lt"/>
                <a:cs typeface="+mn-lt"/>
              </a:rPr>
              <a:t>Gastroenterites</a:t>
            </a:r>
            <a:endParaRPr lang="pt-BR" sz="3600" b="1" dirty="0">
              <a:ea typeface="Calibri"/>
              <a:cs typeface="Calibri"/>
            </a:endParaRPr>
          </a:p>
        </p:txBody>
      </p:sp>
      <p:pic>
        <p:nvPicPr>
          <p:cNvPr id="13" name="Imagem 12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CEF03B93-2526-73C6-F898-0DE8AC832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19" y="1257782"/>
            <a:ext cx="1786497" cy="178649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45D4F214-BA93-192F-EB8E-6D47C9B115C6}"/>
              </a:ext>
            </a:extLst>
          </p:cNvPr>
          <p:cNvSpPr txBox="1"/>
          <p:nvPr/>
        </p:nvSpPr>
        <p:spPr>
          <a:xfrm>
            <a:off x="2887821" y="3102920"/>
            <a:ext cx="7276969" cy="2131353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marL="285750" indent="-2857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pt-BR" sz="2400" b="0" i="0" dirty="0">
                <a:solidFill>
                  <a:srgbClr val="1F1F1F"/>
                </a:solidFill>
                <a:effectLst/>
                <a:latin typeface="Google Sans"/>
              </a:rPr>
              <a:t>DIARREIA </a:t>
            </a:r>
          </a:p>
          <a:p>
            <a:pPr marL="285750" indent="-2857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pt-BR" sz="2400" b="0" i="0" dirty="0">
                <a:solidFill>
                  <a:srgbClr val="1F1F1F"/>
                </a:solidFill>
                <a:effectLst/>
                <a:latin typeface="Google Sans"/>
              </a:rPr>
              <a:t>VÔMITOS </a:t>
            </a:r>
          </a:p>
          <a:p>
            <a:pPr marL="285750" indent="-2857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pt-BR" sz="2400" b="0" i="0" dirty="0">
                <a:solidFill>
                  <a:srgbClr val="1F1F1F"/>
                </a:solidFill>
                <a:effectLst/>
                <a:latin typeface="Google Sans"/>
              </a:rPr>
              <a:t>DOR </a:t>
            </a:r>
            <a:r>
              <a:rPr lang="pt-BR" sz="2400" dirty="0">
                <a:solidFill>
                  <a:srgbClr val="1F1F1F"/>
                </a:solidFill>
                <a:latin typeface="Google Sans"/>
              </a:rPr>
              <a:t>ABDOMINAL</a:t>
            </a:r>
            <a:endParaRPr lang="pt-BR" sz="24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285750" indent="-2857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pt-BR" sz="2400" b="0" i="0" dirty="0">
                <a:solidFill>
                  <a:srgbClr val="1F1F1F"/>
                </a:solidFill>
                <a:effectLst/>
                <a:latin typeface="Google Sans"/>
              </a:rPr>
              <a:t>CÓLICAS </a:t>
            </a:r>
          </a:p>
          <a:p>
            <a:pPr marL="285750" indent="-2857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pt-BR" sz="2400" b="0" i="0" dirty="0">
                <a:solidFill>
                  <a:srgbClr val="1F1F1F"/>
                </a:solidFill>
                <a:effectLst/>
                <a:latin typeface="Google Sans"/>
              </a:rPr>
              <a:t>NÁUSEAS</a:t>
            </a:r>
          </a:p>
          <a:p>
            <a:pPr marL="285750" indent="-2857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pt-BR" sz="2400" b="0" i="0" dirty="0">
                <a:solidFill>
                  <a:srgbClr val="1F1F1F"/>
                </a:solidFill>
                <a:effectLst/>
                <a:latin typeface="Google Sans"/>
              </a:rPr>
              <a:t>MAL-ESTAR GERAL</a:t>
            </a:r>
          </a:p>
          <a:p>
            <a:pPr marL="285750" indent="-2857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rgbClr val="1F1F1F"/>
                </a:solidFill>
                <a:latin typeface="Google Sans"/>
              </a:rPr>
              <a:t>FEBRE</a:t>
            </a:r>
          </a:p>
          <a:p>
            <a:pPr marL="285750" indent="-285750" algn="l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pt-BR" sz="2400" dirty="0">
                <a:solidFill>
                  <a:srgbClr val="1F1F1F"/>
                </a:solidFill>
                <a:latin typeface="Google Sans"/>
              </a:rPr>
              <a:t>FADIGA</a:t>
            </a:r>
          </a:p>
          <a:p>
            <a:pPr algn="l">
              <a:spcAft>
                <a:spcPts val="300"/>
              </a:spcAft>
            </a:pPr>
            <a:endParaRPr lang="pt-BR" sz="2400" b="0" i="0" dirty="0">
              <a:solidFill>
                <a:srgbClr val="1F1F1F"/>
              </a:solidFill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203275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63382-53CE-6791-B5AC-47A7C8D65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AFE5177-1B26-4573-3102-695FCFA4F982}"/>
              </a:ext>
            </a:extLst>
          </p:cNvPr>
          <p:cNvSpPr txBox="1"/>
          <p:nvPr/>
        </p:nvSpPr>
        <p:spPr>
          <a:xfrm>
            <a:off x="244419" y="576401"/>
            <a:ext cx="7276969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DOENÇAS DE TRANSMISSÃO HÍDRICA E ALIMENTAR</a:t>
            </a:r>
            <a:endParaRPr lang="pt-BR" b="1" dirty="0"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725CB91-2B70-4361-2FCB-D1DE90282A27}"/>
              </a:ext>
            </a:extLst>
          </p:cNvPr>
          <p:cNvSpPr txBox="1"/>
          <p:nvPr/>
        </p:nvSpPr>
        <p:spPr>
          <a:xfrm>
            <a:off x="3525082" y="6123158"/>
            <a:ext cx="6002448" cy="6097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500" b="1" dirty="0">
                <a:solidFill>
                  <a:schemeClr val="bg2"/>
                </a:solidFill>
                <a:ea typeface="+mn-lt"/>
                <a:cs typeface="+mn-lt"/>
              </a:rPr>
              <a:t>CID-10 A08 – SÍNDROME DIARREICA AGUDA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22A09B8-61C5-7606-EA90-124EDC59B997}"/>
              </a:ext>
            </a:extLst>
          </p:cNvPr>
          <p:cNvSpPr txBox="1"/>
          <p:nvPr/>
        </p:nvSpPr>
        <p:spPr>
          <a:xfrm>
            <a:off x="906622" y="1187649"/>
            <a:ext cx="9969196" cy="4801314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algn="l"/>
            <a:r>
              <a:rPr lang="pt-BR" b="1" i="0" dirty="0">
                <a:solidFill>
                  <a:srgbClr val="3C4245"/>
                </a:solidFill>
                <a:effectLst/>
                <a:latin typeface="Noto Sans" panose="020B0502040504020204" pitchFamily="34" charset="0"/>
              </a:rPr>
              <a:t>A ameaça mais grave representada pela diarreia é a desidratação. </a:t>
            </a:r>
          </a:p>
          <a:p>
            <a:pPr algn="l"/>
            <a:endParaRPr lang="pt-BR" b="0" i="0" dirty="0">
              <a:solidFill>
                <a:srgbClr val="3C4245"/>
              </a:solidFill>
              <a:effectLst/>
              <a:latin typeface="Noto Sans" panose="020B0502040504020204" pitchFamily="34" charset="0"/>
            </a:endParaRPr>
          </a:p>
          <a:p>
            <a:pPr algn="l"/>
            <a:r>
              <a:rPr lang="pt-BR" b="0" i="0" dirty="0">
                <a:solidFill>
                  <a:srgbClr val="3C4245"/>
                </a:solidFill>
                <a:effectLst/>
                <a:latin typeface="Noto Sans" panose="020B0502040504020204" pitchFamily="34" charset="0"/>
              </a:rPr>
              <a:t>O grau de desidratação é classificado em uma escala de 3.</a:t>
            </a:r>
          </a:p>
          <a:p>
            <a:pPr algn="l"/>
            <a:endParaRPr lang="pt-BR" b="0" i="0" dirty="0">
              <a:solidFill>
                <a:srgbClr val="3C4245"/>
              </a:solidFill>
              <a:effectLst/>
              <a:latin typeface="Noto Sans" panose="020B050204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C4245"/>
                </a:solidFill>
                <a:effectLst/>
                <a:latin typeface="Noto Sans" panose="020B0502040504020204" pitchFamily="34" charset="0"/>
              </a:rPr>
              <a:t>Desidratação grave (pelo menos dois dos seguintes sinais):</a:t>
            </a:r>
          </a:p>
          <a:p>
            <a:pPr marL="742950" lvl="1" indent="-285750" algn="l">
              <a:buFont typeface="Courier New" panose="02070309020205020404" pitchFamily="49" charset="0"/>
              <a:buChar char="o"/>
            </a:pPr>
            <a:r>
              <a:rPr lang="pt-BR" b="0" i="0" dirty="0">
                <a:solidFill>
                  <a:srgbClr val="3C4245"/>
                </a:solidFill>
                <a:effectLst/>
                <a:latin typeface="Noto Sans" panose="020B0502040504020204" pitchFamily="34" charset="0"/>
              </a:rPr>
              <a:t>letargia/inconsciência</a:t>
            </a:r>
          </a:p>
          <a:p>
            <a:pPr marL="742950" lvl="1" indent="-285750" algn="l">
              <a:buFont typeface="Courier New" panose="02070309020205020404" pitchFamily="49" charset="0"/>
              <a:buChar char="o"/>
            </a:pPr>
            <a:r>
              <a:rPr lang="pt-BR" b="0" i="0" dirty="0">
                <a:solidFill>
                  <a:srgbClr val="3C4245"/>
                </a:solidFill>
                <a:effectLst/>
                <a:latin typeface="Noto Sans" panose="020B0502040504020204" pitchFamily="34" charset="0"/>
              </a:rPr>
              <a:t>olhos fundos</a:t>
            </a:r>
          </a:p>
          <a:p>
            <a:pPr marL="742950" lvl="1" indent="-285750" algn="l">
              <a:buFont typeface="Courier New" panose="02070309020205020404" pitchFamily="49" charset="0"/>
              <a:buChar char="o"/>
            </a:pPr>
            <a:r>
              <a:rPr lang="pt-BR" b="0" i="0" dirty="0">
                <a:solidFill>
                  <a:srgbClr val="3C4245"/>
                </a:solidFill>
                <a:effectLst/>
                <a:latin typeface="Noto Sans" panose="020B0502040504020204" pitchFamily="34" charset="0"/>
              </a:rPr>
              <a:t>incapaz de beber ou bebe mal</a:t>
            </a:r>
          </a:p>
          <a:p>
            <a:pPr marL="742950" lvl="1" indent="-285750" algn="l">
              <a:buFont typeface="Courier New" panose="02070309020205020404" pitchFamily="49" charset="0"/>
              <a:buChar char="o"/>
            </a:pPr>
            <a:r>
              <a:rPr lang="pt-BR" b="0" i="0" dirty="0">
                <a:solidFill>
                  <a:srgbClr val="3C4245"/>
                </a:solidFill>
                <a:effectLst/>
                <a:latin typeface="Noto Sans" panose="020B0502040504020204" pitchFamily="34" charset="0"/>
              </a:rPr>
              <a:t>a pinça da pele retorna muito lentamente (≥2 segundos)</a:t>
            </a:r>
          </a:p>
          <a:p>
            <a:pPr marL="742950" lvl="1" indent="-285750" algn="l">
              <a:buFont typeface="Courier New" panose="02070309020205020404" pitchFamily="49" charset="0"/>
              <a:buChar char="o"/>
            </a:pPr>
            <a:endParaRPr lang="pt-BR" b="0" i="0" dirty="0">
              <a:solidFill>
                <a:srgbClr val="3C4245"/>
              </a:solidFill>
              <a:effectLst/>
              <a:latin typeface="Noto Sans" panose="020B050204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C4245"/>
                </a:solidFill>
                <a:effectLst/>
                <a:latin typeface="Noto Sans" panose="020B0502040504020204" pitchFamily="34" charset="0"/>
              </a:rPr>
              <a:t>Alguma desidratação (dois ou mais dos seguintes sinais):</a:t>
            </a:r>
          </a:p>
          <a:p>
            <a:pPr marL="742950" lvl="1" indent="-285750" algn="l">
              <a:buFont typeface="Courier New" panose="02070309020205020404" pitchFamily="49" charset="0"/>
              <a:buChar char="o"/>
            </a:pPr>
            <a:r>
              <a:rPr lang="pt-BR" b="0" i="0" dirty="0">
                <a:solidFill>
                  <a:srgbClr val="3C4245"/>
                </a:solidFill>
                <a:effectLst/>
                <a:latin typeface="Noto Sans" panose="020B0502040504020204" pitchFamily="34" charset="0"/>
              </a:rPr>
              <a:t>inquietação, irritabilidade</a:t>
            </a:r>
          </a:p>
          <a:p>
            <a:pPr marL="742950" lvl="1" indent="-285750" algn="l">
              <a:buFont typeface="Courier New" panose="02070309020205020404" pitchFamily="49" charset="0"/>
              <a:buChar char="o"/>
            </a:pPr>
            <a:r>
              <a:rPr lang="pt-BR" b="0" i="0" dirty="0">
                <a:solidFill>
                  <a:srgbClr val="3C4245"/>
                </a:solidFill>
                <a:effectLst/>
                <a:latin typeface="Noto Sans" panose="020B0502040504020204" pitchFamily="34" charset="0"/>
              </a:rPr>
              <a:t>olhos fundos</a:t>
            </a:r>
          </a:p>
          <a:p>
            <a:pPr marL="742950" lvl="1" indent="-285750" algn="l">
              <a:buFont typeface="Courier New" panose="02070309020205020404" pitchFamily="49" charset="0"/>
              <a:buChar char="o"/>
            </a:pPr>
            <a:r>
              <a:rPr lang="pt-BR" b="0" i="0" dirty="0">
                <a:solidFill>
                  <a:srgbClr val="3C4245"/>
                </a:solidFill>
                <a:effectLst/>
                <a:latin typeface="Noto Sans" panose="020B0502040504020204" pitchFamily="34" charset="0"/>
              </a:rPr>
              <a:t>bebe avidamente, com sede</a:t>
            </a:r>
          </a:p>
          <a:p>
            <a:pPr marL="742950" lvl="1" indent="-285750" algn="l">
              <a:buFont typeface="Courier New" panose="02070309020205020404" pitchFamily="49" charset="0"/>
              <a:buChar char="o"/>
            </a:pPr>
            <a:endParaRPr lang="pt-BR" b="0" i="0" dirty="0">
              <a:solidFill>
                <a:srgbClr val="3C4245"/>
              </a:solidFill>
              <a:effectLst/>
              <a:latin typeface="Noto Sans" panose="020B0502040504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C4245"/>
                </a:solidFill>
                <a:effectLst/>
                <a:latin typeface="Noto Sans" panose="020B0502040504020204" pitchFamily="34" charset="0"/>
              </a:rPr>
              <a:t>Sem desidratação (sinais insuficientes para classificar como alguma desidratação ou desidratação grave).</a:t>
            </a:r>
          </a:p>
        </p:txBody>
      </p:sp>
    </p:spTree>
    <p:extLst>
      <p:ext uri="{BB962C8B-B14F-4D97-AF65-F5344CB8AC3E}">
        <p14:creationId xmlns:p14="http://schemas.microsoft.com/office/powerpoint/2010/main" val="2503309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67851-FF67-E5EB-F91B-0F63DCBAC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0DFE17B-985F-E16C-22FC-2C863CD8DE7F}"/>
              </a:ext>
            </a:extLst>
          </p:cNvPr>
          <p:cNvSpPr txBox="1"/>
          <p:nvPr/>
        </p:nvSpPr>
        <p:spPr>
          <a:xfrm>
            <a:off x="244419" y="576401"/>
            <a:ext cx="7276969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pt-BR"/>
            </a:defPPr>
            <a:lvl1pPr>
              <a:defRPr sz="2500" b="1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pt-BR" dirty="0"/>
              <a:t>DOENÇAS DE TRANSMISSÃO HÍDRICA E ALIMENTAR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1C47DF9-35CB-31E2-350C-C6C37BE32A37}"/>
              </a:ext>
            </a:extLst>
          </p:cNvPr>
          <p:cNvSpPr txBox="1"/>
          <p:nvPr/>
        </p:nvSpPr>
        <p:spPr>
          <a:xfrm>
            <a:off x="244419" y="774689"/>
            <a:ext cx="6002448" cy="6097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CID-10 A08 – SÍNDROME DIARREICA AGUDA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D68675C-5EEA-43C5-ABCC-449D12BE0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19" y="1740400"/>
            <a:ext cx="6080075" cy="434291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4CB70B99-455C-B276-52D5-F62FB88C9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656" y="592476"/>
            <a:ext cx="4733925" cy="315277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97C0E13-1690-172F-7B85-15CFAF4E2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882" y="3959674"/>
            <a:ext cx="5473513" cy="2554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767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4A016-C7FC-188C-AAC3-09BB172E7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794C2E76-D9CC-47B2-4FA0-DE77FEA86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312" y="1053455"/>
            <a:ext cx="4669547" cy="53952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EE64196-1FF6-CFE5-5CD2-ED5FDD533ABE}"/>
              </a:ext>
            </a:extLst>
          </p:cNvPr>
          <p:cNvSpPr txBox="1"/>
          <p:nvPr/>
        </p:nvSpPr>
        <p:spPr>
          <a:xfrm>
            <a:off x="244419" y="576401"/>
            <a:ext cx="7276969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pt-BR"/>
            </a:defPPr>
            <a:lvl1pPr>
              <a:defRPr sz="2500" b="1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pt-BR" dirty="0"/>
              <a:t>DOENÇAS DE TRANSMISSÃO HÍDRICA E ALIMENTAR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E4B438D0-EE41-B798-A026-B78947EBF916}"/>
              </a:ext>
            </a:extLst>
          </p:cNvPr>
          <p:cNvGrpSpPr/>
          <p:nvPr/>
        </p:nvGrpSpPr>
        <p:grpSpPr>
          <a:xfrm>
            <a:off x="3185406" y="1053455"/>
            <a:ext cx="6338142" cy="5395220"/>
            <a:chOff x="1152592" y="639015"/>
            <a:chExt cx="6515100" cy="5656920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FD605540-70F0-58E9-4981-15269F31C6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52592" y="1552485"/>
              <a:ext cx="6515100" cy="4743450"/>
            </a:xfrm>
            <a:prstGeom prst="rect">
              <a:avLst/>
            </a:prstGeom>
          </p:spPr>
        </p:pic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54101D8F-8173-CBAD-B2D2-776EB3DB2D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69118" y="639015"/>
              <a:ext cx="6498574" cy="927019"/>
            </a:xfrm>
            <a:prstGeom prst="rect">
              <a:avLst/>
            </a:prstGeom>
          </p:spPr>
        </p:pic>
      </p:grpSp>
      <p:pic>
        <p:nvPicPr>
          <p:cNvPr id="12" name="Imagem 11">
            <a:extLst>
              <a:ext uri="{FF2B5EF4-FFF2-40B4-BE49-F238E27FC236}">
                <a16:creationId xmlns:a16="http://schemas.microsoft.com/office/drawing/2014/main" id="{051C5E70-D43E-EB2F-8869-099F6F2FCD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5484" y="1053455"/>
            <a:ext cx="5549714" cy="55890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38516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4617513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INVESTIGAÇÃO EPIDEMIOLÓGICA</a:t>
            </a:r>
            <a:endParaRPr lang="pt-BR" b="1" dirty="0"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6E81F25-83C1-EABE-9B57-9D41970CD4DE}"/>
              </a:ext>
            </a:extLst>
          </p:cNvPr>
          <p:cNvSpPr txBox="1"/>
          <p:nvPr/>
        </p:nvSpPr>
        <p:spPr>
          <a:xfrm>
            <a:off x="244419" y="1196391"/>
            <a:ext cx="1627066" cy="6097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pt-BR" sz="2500" b="1" dirty="0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OBJETIVOS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2E7614F-A1F0-6EF3-7443-ADFD1BA7C2BF}"/>
              </a:ext>
            </a:extLst>
          </p:cNvPr>
          <p:cNvSpPr/>
          <p:nvPr/>
        </p:nvSpPr>
        <p:spPr>
          <a:xfrm>
            <a:off x="1294646" y="1958162"/>
            <a:ext cx="2880000" cy="162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pt-BR" sz="2000" dirty="0">
                <a:ea typeface="+mn-lt"/>
                <a:cs typeface="+mn-lt"/>
              </a:rPr>
              <a:t>Identificar a fonte de infecção e o modo de transmissão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921E1DD-10C1-654C-91F3-DA9209C1F5AC}"/>
              </a:ext>
            </a:extLst>
          </p:cNvPr>
          <p:cNvSpPr/>
          <p:nvPr/>
        </p:nvSpPr>
        <p:spPr>
          <a:xfrm>
            <a:off x="4481464" y="1958162"/>
            <a:ext cx="2880000" cy="162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pt-BR" sz="2000" dirty="0">
                <a:ea typeface="+mn-lt"/>
                <a:cs typeface="+mn-lt"/>
              </a:rPr>
              <a:t>Identificar grupos vulneráveis à doença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19C39C8-F8F8-3375-F7BD-A44B60E91BC3}"/>
              </a:ext>
            </a:extLst>
          </p:cNvPr>
          <p:cNvSpPr/>
          <p:nvPr/>
        </p:nvSpPr>
        <p:spPr>
          <a:xfrm>
            <a:off x="7668282" y="1958162"/>
            <a:ext cx="2880000" cy="162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pt-BR" sz="2000" dirty="0">
                <a:ea typeface="+mn-lt"/>
                <a:cs typeface="+mn-lt"/>
              </a:rPr>
              <a:t>Identificar fatores de risco para o adoecimento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122BBD7-65E6-16BD-41F0-C3FC40F26584}"/>
              </a:ext>
            </a:extLst>
          </p:cNvPr>
          <p:cNvSpPr/>
          <p:nvPr/>
        </p:nvSpPr>
        <p:spPr>
          <a:xfrm>
            <a:off x="1294646" y="3915361"/>
            <a:ext cx="2880000" cy="162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pt-BR" sz="2000" dirty="0">
                <a:ea typeface="+mn-lt"/>
                <a:cs typeface="+mn-lt"/>
              </a:rPr>
              <a:t>Confirmar o diagnóstico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0BB026D-F9D7-5CA5-AA63-073C26C7EAD3}"/>
              </a:ext>
            </a:extLst>
          </p:cNvPr>
          <p:cNvSpPr/>
          <p:nvPr/>
        </p:nvSpPr>
        <p:spPr>
          <a:xfrm>
            <a:off x="4481464" y="3915361"/>
            <a:ext cx="2880000" cy="162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pt-BR" sz="2000" dirty="0">
                <a:ea typeface="+mn-lt"/>
                <a:cs typeface="+mn-lt"/>
              </a:rPr>
              <a:t>Determinar as principais características epidemiológicas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41A2231-DE0E-57F9-8E7E-937A7222C0B4}"/>
              </a:ext>
            </a:extLst>
          </p:cNvPr>
          <p:cNvSpPr/>
          <p:nvPr/>
        </p:nvSpPr>
        <p:spPr>
          <a:xfrm>
            <a:off x="7668282" y="3915361"/>
            <a:ext cx="2880000" cy="162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ea typeface="+mn-lt"/>
                <a:cs typeface="+mn-lt"/>
              </a:rPr>
              <a:t>Orientar medidas de prevenção e controle para impedir a ocorrência de novos casos</a:t>
            </a:r>
          </a:p>
        </p:txBody>
      </p:sp>
    </p:spTree>
    <p:extLst>
      <p:ext uri="{BB962C8B-B14F-4D97-AF65-F5344CB8AC3E}">
        <p14:creationId xmlns:p14="http://schemas.microsoft.com/office/powerpoint/2010/main" val="1490199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2092177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NOTIFICAÇÃO</a:t>
            </a:r>
            <a:endParaRPr lang="pt-BR" b="1" dirty="0">
              <a:ea typeface="Calibri"/>
              <a:cs typeface="Calibr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308DE37-758A-20C3-8416-768769627EDA}"/>
              </a:ext>
            </a:extLst>
          </p:cNvPr>
          <p:cNvSpPr txBox="1"/>
          <p:nvPr/>
        </p:nvSpPr>
        <p:spPr>
          <a:xfrm>
            <a:off x="428531" y="1053455"/>
            <a:ext cx="11334938" cy="31223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500" b="1" dirty="0">
                <a:solidFill>
                  <a:schemeClr val="bg1">
                    <a:lumMod val="50000"/>
                  </a:schemeClr>
                </a:solidFill>
                <a:ea typeface="+mn-lt"/>
                <a:cs typeface="+mn-lt"/>
              </a:rPr>
              <a:t>O QUE É UM SURTO DE DTHA?</a:t>
            </a:r>
          </a:p>
          <a:p>
            <a:pPr algn="ctr"/>
            <a:endParaRPr lang="pt-BR" sz="2500" b="1" dirty="0">
              <a:solidFill>
                <a:schemeClr val="bg1">
                  <a:lumMod val="50000"/>
                </a:schemeClr>
              </a:solidFill>
              <a:ea typeface="+mn-lt"/>
              <a:cs typeface="+mn-lt"/>
            </a:endParaRPr>
          </a:p>
          <a:p>
            <a:pPr algn="ctr"/>
            <a:endParaRPr lang="pt-BR" sz="2000" b="1" dirty="0"/>
          </a:p>
          <a:p>
            <a:pPr algn="ctr"/>
            <a:r>
              <a:rPr lang="pt-BR" sz="2000" b="1" dirty="0">
                <a:solidFill>
                  <a:srgbClr val="002060"/>
                </a:solidFill>
              </a:rPr>
              <a:t>+</a:t>
            </a:r>
          </a:p>
          <a:p>
            <a:pPr algn="ctr"/>
            <a:endParaRPr lang="pt-BR" sz="2000" b="1" dirty="0"/>
          </a:p>
          <a:p>
            <a:pPr algn="ctr"/>
            <a:endParaRPr lang="pt-BR" sz="2000" b="1" dirty="0"/>
          </a:p>
          <a:p>
            <a:pPr algn="ctr"/>
            <a:r>
              <a:rPr lang="pt-BR" sz="2000" b="1" dirty="0">
                <a:solidFill>
                  <a:srgbClr val="002060"/>
                </a:solidFill>
              </a:rPr>
              <a:t>+</a:t>
            </a:r>
            <a:r>
              <a:rPr lang="pt-BR" sz="2000" b="1" dirty="0"/>
              <a:t> </a:t>
            </a:r>
          </a:p>
          <a:p>
            <a:pPr algn="ctr"/>
            <a:endParaRPr lang="pt-BR" sz="2000" b="1" dirty="0"/>
          </a:p>
          <a:p>
            <a:pPr algn="ctr">
              <a:lnSpc>
                <a:spcPct val="150000"/>
              </a:lnSpc>
            </a:pPr>
            <a:endParaRPr lang="pt-BR" sz="2000" u="sng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04958B5-75C4-96C5-2906-AA445D90A158}"/>
              </a:ext>
            </a:extLst>
          </p:cNvPr>
          <p:cNvSpPr txBox="1"/>
          <p:nvPr/>
        </p:nvSpPr>
        <p:spPr>
          <a:xfrm>
            <a:off x="3094776" y="4984641"/>
            <a:ext cx="6002448" cy="6097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CID-10 A08 – SÍNDROME DIARREICA AGUDA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CE428E8-4ACF-D2E3-CEB4-90514A9F0465}"/>
              </a:ext>
            </a:extLst>
          </p:cNvPr>
          <p:cNvSpPr/>
          <p:nvPr/>
        </p:nvSpPr>
        <p:spPr>
          <a:xfrm>
            <a:off x="1486273" y="1690358"/>
            <a:ext cx="9219448" cy="47557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duas ou mais pessoas 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02DEB4C-542A-D67D-927D-4512429D7B43}"/>
              </a:ext>
            </a:extLst>
          </p:cNvPr>
          <p:cNvSpPr/>
          <p:nvPr/>
        </p:nvSpPr>
        <p:spPr>
          <a:xfrm>
            <a:off x="1486273" y="2553408"/>
            <a:ext cx="9219448" cy="47557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quadro clínico semelhante 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FE157C5-644B-F53F-9048-9C2F30397F5A}"/>
              </a:ext>
            </a:extLst>
          </p:cNvPr>
          <p:cNvSpPr/>
          <p:nvPr/>
        </p:nvSpPr>
        <p:spPr>
          <a:xfrm>
            <a:off x="1486273" y="3397514"/>
            <a:ext cx="9219448" cy="47557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/>
              <a:t>ingestão de alimento e/ou água contaminada ou com vínculo epidemiológico entre si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9F9F6530-547F-4874-F9FC-0A167B96B486}"/>
              </a:ext>
            </a:extLst>
          </p:cNvPr>
          <p:cNvSpPr/>
          <p:nvPr/>
        </p:nvSpPr>
        <p:spPr>
          <a:xfrm>
            <a:off x="1486273" y="4053361"/>
            <a:ext cx="9219448" cy="47557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pt-BR" sz="2000" u="sng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exceto para botulismo e cólera:</a:t>
            </a:r>
            <a:r>
              <a:rPr lang="pt-BR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pt-BR" sz="20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apenas um caso já configura surto</a:t>
            </a:r>
            <a:endParaRPr lang="pt-BR" sz="2000" b="1" dirty="0">
              <a:solidFill>
                <a:schemeClr val="accent4">
                  <a:lumMod val="60000"/>
                  <a:lumOff val="40000"/>
                </a:schemeClr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21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7" grpId="0" animBg="1"/>
      <p:bldP spid="8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F90FF-681E-74A3-38D9-F469C3631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EDACFDA-827C-F654-015F-0A6A61E87B86}"/>
              </a:ext>
            </a:extLst>
          </p:cNvPr>
          <p:cNvSpPr txBox="1"/>
          <p:nvPr/>
        </p:nvSpPr>
        <p:spPr>
          <a:xfrm>
            <a:off x="244417" y="459860"/>
            <a:ext cx="7276969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AGENTES ETIOLÓGICOS</a:t>
            </a:r>
            <a:endParaRPr lang="pt-BR" b="1" dirty="0">
              <a:ea typeface="Calibri"/>
              <a:cs typeface="Calibri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E86B4CB-DC39-2BB8-3733-62C5AC296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794" y="820693"/>
            <a:ext cx="4679453" cy="5577447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E98B160-7BD0-E8AA-3ECA-36A51E8255DB}"/>
              </a:ext>
            </a:extLst>
          </p:cNvPr>
          <p:cNvSpPr txBox="1"/>
          <p:nvPr/>
        </p:nvSpPr>
        <p:spPr>
          <a:xfrm rot="16200000">
            <a:off x="-674628" y="3549863"/>
            <a:ext cx="3323860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BACTÉRIAS</a:t>
            </a:r>
            <a:endParaRPr lang="pt-BR" b="1" dirty="0">
              <a:ea typeface="Calibri"/>
              <a:cs typeface="Calibri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C942428-6E59-1C77-B34E-0688673F0834}"/>
              </a:ext>
            </a:extLst>
          </p:cNvPr>
          <p:cNvSpPr txBox="1"/>
          <p:nvPr/>
        </p:nvSpPr>
        <p:spPr>
          <a:xfrm>
            <a:off x="1326838" y="6398140"/>
            <a:ext cx="23666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Fonte: DEDT/SVSA/MS. </a:t>
            </a:r>
            <a:endParaRPr lang="pt-BR" sz="1100" dirty="0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2950C63F-60F5-679A-1C28-2EE9B0A8FF22}"/>
              </a:ext>
            </a:extLst>
          </p:cNvPr>
          <p:cNvGrpSpPr/>
          <p:nvPr/>
        </p:nvGrpSpPr>
        <p:grpSpPr>
          <a:xfrm>
            <a:off x="6284327" y="816106"/>
            <a:ext cx="1264015" cy="477054"/>
            <a:chOff x="6033247" y="820693"/>
            <a:chExt cx="1264015" cy="477054"/>
          </a:xfrm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048A9F6B-486C-66D9-4560-D4B386CDF08C}"/>
                </a:ext>
              </a:extLst>
            </p:cNvPr>
            <p:cNvSpPr/>
            <p:nvPr/>
          </p:nvSpPr>
          <p:spPr>
            <a:xfrm>
              <a:off x="6033247" y="820693"/>
              <a:ext cx="1246090" cy="477054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1" name="Gráfico 10" descr="Despertador com preenchimento sólido">
              <a:extLst>
                <a:ext uri="{FF2B5EF4-FFF2-40B4-BE49-F238E27FC236}">
                  <a16:creationId xmlns:a16="http://schemas.microsoft.com/office/drawing/2014/main" id="{114FFEB9-46A8-C672-BE33-3BA28CB06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066925" y="899630"/>
              <a:ext cx="336179" cy="336179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07013381-664A-9E53-B85B-8B3F96DD2521}"/>
                </a:ext>
              </a:extLst>
            </p:cNvPr>
            <p:cNvSpPr txBox="1"/>
            <p:nvPr/>
          </p:nvSpPr>
          <p:spPr>
            <a:xfrm>
              <a:off x="6387347" y="936914"/>
              <a:ext cx="909915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1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INCUBAÇÃO</a:t>
              </a:r>
              <a:endParaRPr lang="pt-BR" sz="11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970B86B5-CED1-1292-F615-98E2B3ED5808}"/>
              </a:ext>
            </a:extLst>
          </p:cNvPr>
          <p:cNvGrpSpPr/>
          <p:nvPr/>
        </p:nvGrpSpPr>
        <p:grpSpPr>
          <a:xfrm>
            <a:off x="7965138" y="816106"/>
            <a:ext cx="1331250" cy="477054"/>
            <a:chOff x="8265455" y="816106"/>
            <a:chExt cx="1331250" cy="477054"/>
          </a:xfrm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0A1B75E0-3DD7-5132-4594-693699A91F25}"/>
                </a:ext>
              </a:extLst>
            </p:cNvPr>
            <p:cNvSpPr/>
            <p:nvPr/>
          </p:nvSpPr>
          <p:spPr>
            <a:xfrm>
              <a:off x="8265455" y="816106"/>
              <a:ext cx="1246090" cy="477054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9" name="Gráfico 8" descr="Ampulheta concluída com preenchimento sólido">
              <a:extLst>
                <a:ext uri="{FF2B5EF4-FFF2-40B4-BE49-F238E27FC236}">
                  <a16:creationId xmlns:a16="http://schemas.microsoft.com/office/drawing/2014/main" id="{061D49CC-D088-E888-9716-7743CDFE6C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355098" y="951888"/>
              <a:ext cx="242049" cy="242049"/>
            </a:xfrm>
            <a:prstGeom prst="rect">
              <a:avLst/>
            </a:prstGeom>
          </p:spPr>
        </p:pic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DF9262B0-BD61-B7B4-F56D-A0637F1CE0E5}"/>
                </a:ext>
              </a:extLst>
            </p:cNvPr>
            <p:cNvSpPr txBox="1"/>
            <p:nvPr/>
          </p:nvSpPr>
          <p:spPr>
            <a:xfrm>
              <a:off x="8686790" y="932327"/>
              <a:ext cx="909915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1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DURAÇÃO</a:t>
              </a:r>
              <a:endParaRPr lang="pt-BR" sz="11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7B0202F-1DEA-4A1F-352A-FC5C1B9FAEB7}"/>
              </a:ext>
            </a:extLst>
          </p:cNvPr>
          <p:cNvSpPr txBox="1"/>
          <p:nvPr/>
        </p:nvSpPr>
        <p:spPr>
          <a:xfrm>
            <a:off x="6544235" y="1330444"/>
            <a:ext cx="9099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</a:rPr>
              <a:t>1 – 6 horas</a:t>
            </a:r>
            <a:endParaRPr lang="pt-BR" sz="1100" b="1" dirty="0">
              <a:solidFill>
                <a:srgbClr val="002060"/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8EF29599-69E6-F9B1-904C-295C9C498FF2}"/>
              </a:ext>
            </a:extLst>
          </p:cNvPr>
          <p:cNvSpPr txBox="1"/>
          <p:nvPr/>
        </p:nvSpPr>
        <p:spPr>
          <a:xfrm>
            <a:off x="6544234" y="1592054"/>
            <a:ext cx="9099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</a:rPr>
              <a:t>1 – 6 horas</a:t>
            </a:r>
            <a:endParaRPr lang="pt-BR" sz="1100" b="1" dirty="0">
              <a:solidFill>
                <a:srgbClr val="002060"/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F569707-475B-F300-530C-B9089E043FB6}"/>
              </a:ext>
            </a:extLst>
          </p:cNvPr>
          <p:cNvSpPr txBox="1"/>
          <p:nvPr/>
        </p:nvSpPr>
        <p:spPr>
          <a:xfrm>
            <a:off x="6544234" y="1890948"/>
            <a:ext cx="9099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</a:rPr>
              <a:t>1 – 7 dias</a:t>
            </a:r>
            <a:endParaRPr lang="pt-BR" sz="1100" b="1" dirty="0">
              <a:solidFill>
                <a:srgbClr val="002060"/>
              </a:solidFill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3156BB2-7BE1-536B-BA92-536B7DD14A23}"/>
              </a:ext>
            </a:extLst>
          </p:cNvPr>
          <p:cNvSpPr txBox="1"/>
          <p:nvPr/>
        </p:nvSpPr>
        <p:spPr>
          <a:xfrm>
            <a:off x="6376147" y="2357113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</a:rPr>
              <a:t>12 horas – 3 dias</a:t>
            </a:r>
            <a:endParaRPr lang="pt-BR" sz="1100" b="1" dirty="0">
              <a:solidFill>
                <a:srgbClr val="002060"/>
              </a:solidFill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1D2E0F5-79B0-0155-2B4E-C86B0415689E}"/>
              </a:ext>
            </a:extLst>
          </p:cNvPr>
          <p:cNvSpPr txBox="1"/>
          <p:nvPr/>
        </p:nvSpPr>
        <p:spPr>
          <a:xfrm>
            <a:off x="6544234" y="2860562"/>
            <a:ext cx="9099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</a:rPr>
              <a:t>2 – 7 dias</a:t>
            </a:r>
            <a:endParaRPr lang="pt-BR" sz="1100" b="1" dirty="0">
              <a:solidFill>
                <a:srgbClr val="002060"/>
              </a:solidFill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B7FE630-86FE-5720-C049-783D84469DC9}"/>
              </a:ext>
            </a:extLst>
          </p:cNvPr>
          <p:cNvSpPr txBox="1"/>
          <p:nvPr/>
        </p:nvSpPr>
        <p:spPr>
          <a:xfrm>
            <a:off x="6544234" y="3341651"/>
            <a:ext cx="9099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</a:rPr>
              <a:t>2 – 3 dias</a:t>
            </a:r>
            <a:endParaRPr lang="pt-BR" sz="1100" b="1" dirty="0">
              <a:solidFill>
                <a:srgbClr val="002060"/>
              </a:solidFill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69ED0F9C-67F9-D370-CF3C-381EE02A1643}"/>
              </a:ext>
            </a:extLst>
          </p:cNvPr>
          <p:cNvSpPr txBox="1"/>
          <p:nvPr/>
        </p:nvSpPr>
        <p:spPr>
          <a:xfrm>
            <a:off x="6546536" y="3788390"/>
            <a:ext cx="9099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</a:rPr>
              <a:t>3 – 5 dias</a:t>
            </a:r>
            <a:endParaRPr lang="pt-BR" sz="1100" b="1" dirty="0">
              <a:solidFill>
                <a:srgbClr val="002060"/>
              </a:solidFill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E9C57518-91BB-DA84-59B6-FE511EC8C0D2}"/>
              </a:ext>
            </a:extLst>
          </p:cNvPr>
          <p:cNvSpPr txBox="1"/>
          <p:nvPr/>
        </p:nvSpPr>
        <p:spPr>
          <a:xfrm>
            <a:off x="6376147" y="4291839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</a:rPr>
              <a:t>8 horas – 2 dias</a:t>
            </a:r>
            <a:endParaRPr lang="pt-BR" sz="1100" b="1" dirty="0">
              <a:solidFill>
                <a:srgbClr val="002060"/>
              </a:solidFill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122C003-019E-A0DF-EFF6-E86BBB39E24F}"/>
              </a:ext>
            </a:extLst>
          </p:cNvPr>
          <p:cNvSpPr txBox="1"/>
          <p:nvPr/>
        </p:nvSpPr>
        <p:spPr>
          <a:xfrm>
            <a:off x="6544234" y="4811779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</a:rPr>
              <a:t>1– 7 dias</a:t>
            </a:r>
            <a:endParaRPr lang="pt-BR" sz="1100" b="1" dirty="0">
              <a:solidFill>
                <a:srgbClr val="002060"/>
              </a:solidFill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D404BB30-469D-2CCE-F4CE-DDF886D5531B}"/>
              </a:ext>
            </a:extLst>
          </p:cNvPr>
          <p:cNvSpPr txBox="1"/>
          <p:nvPr/>
        </p:nvSpPr>
        <p:spPr>
          <a:xfrm>
            <a:off x="6539748" y="5396751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</a:rPr>
              <a:t>2 – 7 dias</a:t>
            </a:r>
            <a:endParaRPr lang="pt-BR" sz="1100" b="1" dirty="0">
              <a:solidFill>
                <a:srgbClr val="002060"/>
              </a:solidFill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60401F10-97B1-E7EB-1D81-6F73D6DF54F1}"/>
              </a:ext>
            </a:extLst>
          </p:cNvPr>
          <p:cNvSpPr txBox="1"/>
          <p:nvPr/>
        </p:nvSpPr>
        <p:spPr>
          <a:xfrm>
            <a:off x="6546536" y="5981446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</a:rPr>
              <a:t>5 – 7 dias</a:t>
            </a:r>
            <a:endParaRPr lang="pt-BR" sz="1100" b="1" dirty="0">
              <a:solidFill>
                <a:srgbClr val="002060"/>
              </a:solidFill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460BA5F7-21FA-A94D-9799-73D40296B7A3}"/>
              </a:ext>
            </a:extLst>
          </p:cNvPr>
          <p:cNvSpPr txBox="1"/>
          <p:nvPr/>
        </p:nvSpPr>
        <p:spPr>
          <a:xfrm>
            <a:off x="8054781" y="5997697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solidFill>
                  <a:srgbClr val="0070C0"/>
                </a:solidFill>
                <a:latin typeface="Calibri" panose="020F0502020204030204" pitchFamily="34" charset="0"/>
              </a:rPr>
              <a:t>3 – 5 dias</a:t>
            </a:r>
            <a:endParaRPr lang="pt-BR" sz="1100" b="1" dirty="0">
              <a:solidFill>
                <a:srgbClr val="0070C0"/>
              </a:solidFill>
            </a:endParaRP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21BC1369-C537-BE23-DCBB-6220DE5C98B4}"/>
              </a:ext>
            </a:extLst>
          </p:cNvPr>
          <p:cNvSpPr txBox="1"/>
          <p:nvPr/>
        </p:nvSpPr>
        <p:spPr>
          <a:xfrm>
            <a:off x="8050298" y="5393394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solidFill>
                  <a:srgbClr val="0070C0"/>
                </a:solidFill>
                <a:latin typeface="Calibri" panose="020F0502020204030204" pitchFamily="34" charset="0"/>
              </a:rPr>
              <a:t>1 dia – 3 semanas</a:t>
            </a:r>
            <a:endParaRPr lang="pt-BR" sz="1100" b="1" dirty="0">
              <a:solidFill>
                <a:srgbClr val="0070C0"/>
              </a:solidFill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C4DA37C0-DB1A-F8BB-9AEF-EB90359B9153}"/>
              </a:ext>
            </a:extLst>
          </p:cNvPr>
          <p:cNvSpPr txBox="1"/>
          <p:nvPr/>
        </p:nvSpPr>
        <p:spPr>
          <a:xfrm>
            <a:off x="8050298" y="4767805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solidFill>
                  <a:srgbClr val="0070C0"/>
                </a:solidFill>
                <a:latin typeface="Calibri" panose="020F0502020204030204" pitchFamily="34" charset="0"/>
              </a:rPr>
              <a:t>4 – 7 dias</a:t>
            </a:r>
            <a:endParaRPr lang="pt-BR" sz="1100" b="1" dirty="0">
              <a:solidFill>
                <a:srgbClr val="0070C0"/>
              </a:solidFill>
            </a:endParaRP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D3B3711D-7624-26BD-15DC-21B7ACEE2E86}"/>
              </a:ext>
            </a:extLst>
          </p:cNvPr>
          <p:cNvSpPr txBox="1"/>
          <p:nvPr/>
        </p:nvSpPr>
        <p:spPr>
          <a:xfrm>
            <a:off x="8050298" y="4291839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solidFill>
                  <a:srgbClr val="0070C0"/>
                </a:solidFill>
                <a:latin typeface="Calibri" panose="020F0502020204030204" pitchFamily="34" charset="0"/>
              </a:rPr>
              <a:t>5 – 7 dias</a:t>
            </a:r>
            <a:endParaRPr lang="pt-BR" sz="1100" b="1" dirty="0">
              <a:solidFill>
                <a:srgbClr val="0070C0"/>
              </a:solidFill>
            </a:endParaRP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06B27983-5F05-A179-38ED-5E7B3ACA5534}"/>
              </a:ext>
            </a:extLst>
          </p:cNvPr>
          <p:cNvSpPr txBox="1"/>
          <p:nvPr/>
        </p:nvSpPr>
        <p:spPr>
          <a:xfrm>
            <a:off x="8050298" y="3728078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solidFill>
                  <a:srgbClr val="0070C0"/>
                </a:solidFill>
                <a:latin typeface="Calibri" panose="020F0502020204030204" pitchFamily="34" charset="0"/>
              </a:rPr>
              <a:t>1 – 12 dias</a:t>
            </a:r>
            <a:endParaRPr lang="pt-BR" sz="1100" b="1" dirty="0">
              <a:solidFill>
                <a:srgbClr val="0070C0"/>
              </a:solidFill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1C0185C4-9546-6A7D-C253-A7974480F6DE}"/>
              </a:ext>
            </a:extLst>
          </p:cNvPr>
          <p:cNvSpPr txBox="1"/>
          <p:nvPr/>
        </p:nvSpPr>
        <p:spPr>
          <a:xfrm>
            <a:off x="8050298" y="3359290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solidFill>
                  <a:srgbClr val="0070C0"/>
                </a:solidFill>
                <a:latin typeface="Calibri" panose="020F0502020204030204" pitchFamily="34" charset="0"/>
              </a:rPr>
              <a:t>1 – 2 semanas</a:t>
            </a:r>
            <a:endParaRPr lang="pt-BR" sz="1100" b="1" dirty="0">
              <a:solidFill>
                <a:srgbClr val="0070C0"/>
              </a:solidFill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9DF69C35-86F9-62EA-BED3-854D7012F064}"/>
              </a:ext>
            </a:extLst>
          </p:cNvPr>
          <p:cNvSpPr txBox="1"/>
          <p:nvPr/>
        </p:nvSpPr>
        <p:spPr>
          <a:xfrm>
            <a:off x="8050298" y="2841831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solidFill>
                  <a:srgbClr val="0070C0"/>
                </a:solidFill>
                <a:latin typeface="Calibri" panose="020F0502020204030204" pitchFamily="34" charset="0"/>
              </a:rPr>
              <a:t>1 – 3 semanas</a:t>
            </a:r>
            <a:endParaRPr lang="pt-BR" sz="1100" b="1" dirty="0">
              <a:solidFill>
                <a:srgbClr val="0070C0"/>
              </a:solidFill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1E4731FE-2980-6C0C-C22C-73FBECA941CC}"/>
              </a:ext>
            </a:extLst>
          </p:cNvPr>
          <p:cNvSpPr txBox="1"/>
          <p:nvPr/>
        </p:nvSpPr>
        <p:spPr>
          <a:xfrm>
            <a:off x="8050298" y="1889341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solidFill>
                  <a:srgbClr val="0070C0"/>
                </a:solidFill>
                <a:latin typeface="Calibri" panose="020F0502020204030204" pitchFamily="34" charset="0"/>
              </a:rPr>
              <a:t>1 – 4 dias</a:t>
            </a:r>
            <a:endParaRPr lang="pt-BR" sz="1100" b="1" dirty="0">
              <a:solidFill>
                <a:srgbClr val="0070C0"/>
              </a:solidFill>
            </a:endParaRP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B2826171-0B01-D5F2-1DB7-BB2778DE99AC}"/>
              </a:ext>
            </a:extLst>
          </p:cNvPr>
          <p:cNvSpPr txBox="1"/>
          <p:nvPr/>
        </p:nvSpPr>
        <p:spPr>
          <a:xfrm>
            <a:off x="8050298" y="2337968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solidFill>
                  <a:srgbClr val="0070C0"/>
                </a:solidFill>
                <a:latin typeface="Calibri" panose="020F0502020204030204" pitchFamily="34" charset="0"/>
              </a:rPr>
              <a:t>3 – 5 dias</a:t>
            </a:r>
            <a:endParaRPr lang="pt-BR" sz="1100" b="1" dirty="0">
              <a:solidFill>
                <a:srgbClr val="0070C0"/>
              </a:solidFill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6C9F2DDA-BB6B-EC6F-9FA5-EEA7CBCD67D1}"/>
              </a:ext>
            </a:extLst>
          </p:cNvPr>
          <p:cNvSpPr txBox="1"/>
          <p:nvPr/>
        </p:nvSpPr>
        <p:spPr>
          <a:xfrm>
            <a:off x="8050298" y="1557916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solidFill>
                  <a:srgbClr val="0070C0"/>
                </a:solidFill>
                <a:latin typeface="Calibri" panose="020F0502020204030204" pitchFamily="34" charset="0"/>
              </a:rPr>
              <a:t>24 horas</a:t>
            </a:r>
            <a:endParaRPr lang="pt-BR" sz="1100" b="1" dirty="0">
              <a:solidFill>
                <a:srgbClr val="0070C0"/>
              </a:solidFill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A3799DF5-8E83-A4DC-CFE8-5FA11BF82257}"/>
              </a:ext>
            </a:extLst>
          </p:cNvPr>
          <p:cNvSpPr txBox="1"/>
          <p:nvPr/>
        </p:nvSpPr>
        <p:spPr>
          <a:xfrm>
            <a:off x="8050298" y="1343351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solidFill>
                  <a:srgbClr val="0070C0"/>
                </a:solidFill>
                <a:latin typeface="Calibri" panose="020F0502020204030204" pitchFamily="34" charset="0"/>
              </a:rPr>
              <a:t>24 horas</a:t>
            </a:r>
            <a:endParaRPr lang="pt-BR" sz="11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0024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F2F4F-4B52-98E0-C1F0-4D1A47B7A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F72BC37-1F8A-499B-4DA6-5EC36DC69A28}"/>
              </a:ext>
            </a:extLst>
          </p:cNvPr>
          <p:cNvSpPr txBox="1"/>
          <p:nvPr/>
        </p:nvSpPr>
        <p:spPr>
          <a:xfrm>
            <a:off x="244417" y="459860"/>
            <a:ext cx="7276969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AGENTES ETIOLÓGICOS</a:t>
            </a:r>
            <a:endParaRPr lang="pt-BR" b="1" dirty="0">
              <a:ea typeface="Calibri"/>
              <a:cs typeface="Calibr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95EEEA0-9C8F-C158-0DD9-7F1C41B7609F}"/>
              </a:ext>
            </a:extLst>
          </p:cNvPr>
          <p:cNvSpPr txBox="1"/>
          <p:nvPr/>
        </p:nvSpPr>
        <p:spPr>
          <a:xfrm rot="16200000">
            <a:off x="-674628" y="3549863"/>
            <a:ext cx="3323860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VÍRUS</a:t>
            </a:r>
            <a:endParaRPr lang="pt-BR" b="1" dirty="0">
              <a:ea typeface="Calibri"/>
              <a:cs typeface="Calibri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78963BD-9081-9012-73D9-DBD0DA867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556" y="1712083"/>
            <a:ext cx="5438775" cy="347662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D205F16-E153-2C3D-67B6-F59A0E968DE5}"/>
              </a:ext>
            </a:extLst>
          </p:cNvPr>
          <p:cNvSpPr txBox="1"/>
          <p:nvPr/>
        </p:nvSpPr>
        <p:spPr>
          <a:xfrm>
            <a:off x="1138518" y="5188709"/>
            <a:ext cx="23666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Fonte: DEDT/SVSA/MS. </a:t>
            </a:r>
            <a:endParaRPr lang="pt-BR" sz="110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3FADFCE9-C592-AF8F-A6F2-09BB57FA71ED}"/>
              </a:ext>
            </a:extLst>
          </p:cNvPr>
          <p:cNvGrpSpPr/>
          <p:nvPr/>
        </p:nvGrpSpPr>
        <p:grpSpPr>
          <a:xfrm>
            <a:off x="6732562" y="1775329"/>
            <a:ext cx="1264015" cy="477054"/>
            <a:chOff x="6033247" y="820693"/>
            <a:chExt cx="1264015" cy="477054"/>
          </a:xfrm>
        </p:grpSpPr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59F1DB4A-8D35-4DB0-DE63-2C6A0B18888B}"/>
                </a:ext>
              </a:extLst>
            </p:cNvPr>
            <p:cNvSpPr/>
            <p:nvPr/>
          </p:nvSpPr>
          <p:spPr>
            <a:xfrm>
              <a:off x="6033247" y="820693"/>
              <a:ext cx="1246090" cy="477054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0" name="Gráfico 9" descr="Despertador com preenchimento sólido">
              <a:extLst>
                <a:ext uri="{FF2B5EF4-FFF2-40B4-BE49-F238E27FC236}">
                  <a16:creationId xmlns:a16="http://schemas.microsoft.com/office/drawing/2014/main" id="{A17C29F7-571D-AE90-2697-73339CAA0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066925" y="899630"/>
              <a:ext cx="336179" cy="336179"/>
            </a:xfrm>
            <a:prstGeom prst="rect">
              <a:avLst/>
            </a:prstGeom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1929B21B-EF4E-9D29-8C42-1E6A9BDF0E25}"/>
                </a:ext>
              </a:extLst>
            </p:cNvPr>
            <p:cNvSpPr txBox="1"/>
            <p:nvPr/>
          </p:nvSpPr>
          <p:spPr>
            <a:xfrm>
              <a:off x="6387347" y="936914"/>
              <a:ext cx="909915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1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INCUBAÇÃO</a:t>
              </a:r>
              <a:endParaRPr lang="pt-BR" sz="11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8A7A91F7-9C47-CFDA-E31E-DF1D81278CAB}"/>
              </a:ext>
            </a:extLst>
          </p:cNvPr>
          <p:cNvGrpSpPr/>
          <p:nvPr/>
        </p:nvGrpSpPr>
        <p:grpSpPr>
          <a:xfrm>
            <a:off x="8413373" y="1775329"/>
            <a:ext cx="1331250" cy="477054"/>
            <a:chOff x="8265455" y="816106"/>
            <a:chExt cx="1331250" cy="477054"/>
          </a:xfrm>
        </p:grpSpPr>
        <p:sp>
          <p:nvSpPr>
            <p:cNvPr id="13" name="Retângulo 12">
              <a:extLst>
                <a:ext uri="{FF2B5EF4-FFF2-40B4-BE49-F238E27FC236}">
                  <a16:creationId xmlns:a16="http://schemas.microsoft.com/office/drawing/2014/main" id="{3CB490AC-C135-08A7-7F3C-A83D0DC355BB}"/>
                </a:ext>
              </a:extLst>
            </p:cNvPr>
            <p:cNvSpPr/>
            <p:nvPr/>
          </p:nvSpPr>
          <p:spPr>
            <a:xfrm>
              <a:off x="8265455" y="816106"/>
              <a:ext cx="1246090" cy="477054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4" name="Gráfico 13" descr="Ampulheta concluída com preenchimento sólido">
              <a:extLst>
                <a:ext uri="{FF2B5EF4-FFF2-40B4-BE49-F238E27FC236}">
                  <a16:creationId xmlns:a16="http://schemas.microsoft.com/office/drawing/2014/main" id="{89826FDD-C246-5E68-FA64-30459447B9A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355098" y="951888"/>
              <a:ext cx="242049" cy="242049"/>
            </a:xfrm>
            <a:prstGeom prst="rect">
              <a:avLst/>
            </a:prstGeom>
          </p:spPr>
        </p:pic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id="{48EF1EAE-1BA4-C2CA-AB30-A8A17D93A9C2}"/>
                </a:ext>
              </a:extLst>
            </p:cNvPr>
            <p:cNvSpPr txBox="1"/>
            <p:nvPr/>
          </p:nvSpPr>
          <p:spPr>
            <a:xfrm>
              <a:off x="8686790" y="932327"/>
              <a:ext cx="909915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1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DURAÇÃO</a:t>
              </a:r>
              <a:endParaRPr lang="pt-BR" sz="11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052CA32-0283-9BFD-7AA0-1CA4E5BEC48F}"/>
              </a:ext>
            </a:extLst>
          </p:cNvPr>
          <p:cNvSpPr txBox="1"/>
          <p:nvPr/>
        </p:nvSpPr>
        <p:spPr>
          <a:xfrm>
            <a:off x="6992470" y="2289667"/>
            <a:ext cx="9099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</a:rPr>
              <a:t>1 – 14 dias</a:t>
            </a:r>
            <a:endParaRPr lang="pt-BR" sz="1100" b="1" dirty="0">
              <a:solidFill>
                <a:srgbClr val="002060"/>
              </a:solidFill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863D847-A3BB-8D57-978C-073E8B73AA26}"/>
              </a:ext>
            </a:extLst>
          </p:cNvPr>
          <p:cNvSpPr txBox="1"/>
          <p:nvPr/>
        </p:nvSpPr>
        <p:spPr>
          <a:xfrm>
            <a:off x="6992470" y="2729632"/>
            <a:ext cx="9099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</a:rPr>
              <a:t>7 – 8 dias</a:t>
            </a:r>
            <a:endParaRPr lang="pt-BR" sz="1100" b="1" dirty="0">
              <a:solidFill>
                <a:srgbClr val="002060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E83002F-1208-D707-3F4A-9883293FDBF7}"/>
              </a:ext>
            </a:extLst>
          </p:cNvPr>
          <p:cNvSpPr txBox="1"/>
          <p:nvPr/>
        </p:nvSpPr>
        <p:spPr>
          <a:xfrm>
            <a:off x="6824381" y="3131185"/>
            <a:ext cx="12460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</a:rPr>
              <a:t>18 horas – 2 dias</a:t>
            </a:r>
            <a:endParaRPr lang="pt-BR" sz="1100" b="1" dirty="0">
              <a:solidFill>
                <a:srgbClr val="002060"/>
              </a:solidFill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64705A6-56B8-963D-934A-B6FA9C980480}"/>
              </a:ext>
            </a:extLst>
          </p:cNvPr>
          <p:cNvSpPr txBox="1"/>
          <p:nvPr/>
        </p:nvSpPr>
        <p:spPr>
          <a:xfrm>
            <a:off x="7058894" y="3852300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</a:rPr>
              <a:t>1 – 3 dias</a:t>
            </a:r>
            <a:endParaRPr lang="pt-BR" sz="1100" b="1" dirty="0">
              <a:solidFill>
                <a:srgbClr val="002060"/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6EF2D1E-BB8F-AD95-A0DF-74BFB4A83C79}"/>
              </a:ext>
            </a:extLst>
          </p:cNvPr>
          <p:cNvSpPr txBox="1"/>
          <p:nvPr/>
        </p:nvSpPr>
        <p:spPr>
          <a:xfrm>
            <a:off x="7058894" y="4431812"/>
            <a:ext cx="9099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</a:rPr>
              <a:t>2  - 3 dias</a:t>
            </a:r>
            <a:endParaRPr lang="pt-BR" sz="1100" b="1" dirty="0">
              <a:solidFill>
                <a:srgbClr val="002060"/>
              </a:solidFill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6D4B40A-16C8-A125-F3AB-590871E6E934}"/>
              </a:ext>
            </a:extLst>
          </p:cNvPr>
          <p:cNvSpPr txBox="1"/>
          <p:nvPr/>
        </p:nvSpPr>
        <p:spPr>
          <a:xfrm>
            <a:off x="8498533" y="4410618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solidFill>
                  <a:srgbClr val="0070C0"/>
                </a:solidFill>
                <a:latin typeface="Calibri" panose="020F0502020204030204" pitchFamily="34" charset="0"/>
              </a:rPr>
              <a:t>3 – 7 dias</a:t>
            </a:r>
            <a:endParaRPr lang="pt-BR" sz="1100" b="1" dirty="0">
              <a:solidFill>
                <a:srgbClr val="0070C0"/>
              </a:solidFill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6674C9C-3CF7-90D1-0578-E370FAA58905}"/>
              </a:ext>
            </a:extLst>
          </p:cNvPr>
          <p:cNvSpPr txBox="1"/>
          <p:nvPr/>
        </p:nvSpPr>
        <p:spPr>
          <a:xfrm>
            <a:off x="8498533" y="3131185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solidFill>
                  <a:srgbClr val="0070C0"/>
                </a:solidFill>
                <a:latin typeface="Calibri" panose="020F0502020204030204" pitchFamily="34" charset="0"/>
              </a:rPr>
              <a:t>12 horas – 2 dias</a:t>
            </a:r>
            <a:endParaRPr lang="pt-BR" sz="1100" b="1" dirty="0">
              <a:solidFill>
                <a:srgbClr val="0070C0"/>
              </a:solidFill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54CCD59-E74B-E46B-33AB-750836E8A245}"/>
              </a:ext>
            </a:extLst>
          </p:cNvPr>
          <p:cNvSpPr txBox="1"/>
          <p:nvPr/>
        </p:nvSpPr>
        <p:spPr>
          <a:xfrm>
            <a:off x="8498533" y="3884252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solidFill>
                  <a:srgbClr val="0070C0"/>
                </a:solidFill>
                <a:latin typeface="Calibri" panose="020F0502020204030204" pitchFamily="34" charset="0"/>
              </a:rPr>
              <a:t>5 – 7 dias</a:t>
            </a:r>
            <a:endParaRPr lang="pt-BR" sz="1100" b="1" dirty="0">
              <a:solidFill>
                <a:srgbClr val="0070C0"/>
              </a:solidFill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7F0ADD4-6CEB-C8CA-D7FC-440300FE4EA2}"/>
              </a:ext>
            </a:extLst>
          </p:cNvPr>
          <p:cNvSpPr txBox="1"/>
          <p:nvPr/>
        </p:nvSpPr>
        <p:spPr>
          <a:xfrm>
            <a:off x="8498533" y="2713690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solidFill>
                  <a:srgbClr val="0070C0"/>
                </a:solidFill>
                <a:latin typeface="Calibri" panose="020F0502020204030204" pitchFamily="34" charset="0"/>
              </a:rPr>
              <a:t>8 – 12 dias</a:t>
            </a:r>
            <a:endParaRPr lang="pt-BR" sz="1100" b="1" dirty="0">
              <a:solidFill>
                <a:srgbClr val="0070C0"/>
              </a:solidFill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59CDEEB-AA80-88E7-8B8E-D781070DAC1F}"/>
              </a:ext>
            </a:extLst>
          </p:cNvPr>
          <p:cNvSpPr txBox="1"/>
          <p:nvPr/>
        </p:nvSpPr>
        <p:spPr>
          <a:xfrm>
            <a:off x="8498533" y="2302574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solidFill>
                  <a:srgbClr val="0070C0"/>
                </a:solidFill>
                <a:latin typeface="Calibri" panose="020F0502020204030204" pitchFamily="34" charset="0"/>
              </a:rPr>
              <a:t>1 – 14 dias</a:t>
            </a:r>
            <a:endParaRPr lang="pt-BR" sz="1100" b="1" dirty="0">
              <a:solidFill>
                <a:srgbClr val="0070C0"/>
              </a:solidFill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DE86B81-53FF-235A-748B-561AE672957B}"/>
              </a:ext>
            </a:extLst>
          </p:cNvPr>
          <p:cNvSpPr txBox="1"/>
          <p:nvPr/>
        </p:nvSpPr>
        <p:spPr>
          <a:xfrm>
            <a:off x="7041113" y="4711698"/>
            <a:ext cx="9099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</a:rPr>
              <a:t>1 - 2 dias</a:t>
            </a:r>
            <a:endParaRPr lang="pt-BR" sz="1100" b="1" dirty="0">
              <a:solidFill>
                <a:srgbClr val="002060"/>
              </a:solidFill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2EB23B3-8DBB-2AE2-4821-20EC7880DC66}"/>
              </a:ext>
            </a:extLst>
          </p:cNvPr>
          <p:cNvSpPr txBox="1"/>
          <p:nvPr/>
        </p:nvSpPr>
        <p:spPr>
          <a:xfrm>
            <a:off x="8500763" y="4672228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solidFill>
                  <a:srgbClr val="0070C0"/>
                </a:solidFill>
                <a:latin typeface="Calibri" panose="020F0502020204030204" pitchFamily="34" charset="0"/>
              </a:rPr>
              <a:t>3 – 7 dias</a:t>
            </a:r>
            <a:endParaRPr lang="pt-BR" sz="1100" b="1" dirty="0">
              <a:solidFill>
                <a:srgbClr val="0070C0"/>
              </a:solidFill>
            </a:endParaRP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9D78EA0-A526-36F4-3989-CA87FD2021C6}"/>
              </a:ext>
            </a:extLst>
          </p:cNvPr>
          <p:cNvSpPr txBox="1"/>
          <p:nvPr/>
        </p:nvSpPr>
        <p:spPr>
          <a:xfrm>
            <a:off x="6932572" y="4970516"/>
            <a:ext cx="12460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</a:rPr>
              <a:t>12 horas – 2 dias</a:t>
            </a:r>
            <a:endParaRPr lang="pt-BR" sz="1100" b="1" dirty="0">
              <a:solidFill>
                <a:srgbClr val="002060"/>
              </a:solidFill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45BA5B97-1C5B-821B-7CFA-396D171A209B}"/>
              </a:ext>
            </a:extLst>
          </p:cNvPr>
          <p:cNvSpPr txBox="1"/>
          <p:nvPr/>
        </p:nvSpPr>
        <p:spPr>
          <a:xfrm>
            <a:off x="8498533" y="4970516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solidFill>
                  <a:srgbClr val="0070C0"/>
                </a:solidFill>
                <a:latin typeface="Calibri" panose="020F0502020204030204" pitchFamily="34" charset="0"/>
              </a:rPr>
              <a:t>2 – 6 dias</a:t>
            </a:r>
            <a:endParaRPr lang="pt-BR" sz="11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018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25AA2-FA1B-1219-AFCF-D4DA2349D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3D41DE1-ECBF-D329-FE57-0EB59942D9CC}"/>
              </a:ext>
            </a:extLst>
          </p:cNvPr>
          <p:cNvSpPr txBox="1"/>
          <p:nvPr/>
        </p:nvSpPr>
        <p:spPr>
          <a:xfrm>
            <a:off x="244417" y="459860"/>
            <a:ext cx="7276969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AGENTES ETIOLÓGICOS</a:t>
            </a:r>
            <a:endParaRPr lang="pt-BR" b="1" dirty="0">
              <a:ea typeface="Calibri"/>
              <a:cs typeface="Calibr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8560AA1-6370-595F-D2E2-3E483E4D9158}"/>
              </a:ext>
            </a:extLst>
          </p:cNvPr>
          <p:cNvSpPr txBox="1"/>
          <p:nvPr/>
        </p:nvSpPr>
        <p:spPr>
          <a:xfrm rot="16200000">
            <a:off x="-674628" y="3549863"/>
            <a:ext cx="3323860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PARASITAS</a:t>
            </a:r>
            <a:endParaRPr lang="pt-BR" b="1" dirty="0">
              <a:ea typeface="Calibri"/>
              <a:cs typeface="Calibri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D3C4FF5-C638-595C-202C-E31319FF9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829" y="2373927"/>
            <a:ext cx="5419725" cy="282892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F6F3EDE3-54AB-137F-03EC-E6728FC251DA}"/>
              </a:ext>
            </a:extLst>
          </p:cNvPr>
          <p:cNvSpPr txBox="1"/>
          <p:nvPr/>
        </p:nvSpPr>
        <p:spPr>
          <a:xfrm>
            <a:off x="1138518" y="5188709"/>
            <a:ext cx="236668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Fonte: DEDT/SVSA/MS. </a:t>
            </a:r>
            <a:endParaRPr lang="pt-BR" sz="1100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B04512FD-829A-07FA-B879-111EC87520E6}"/>
              </a:ext>
            </a:extLst>
          </p:cNvPr>
          <p:cNvGrpSpPr/>
          <p:nvPr/>
        </p:nvGrpSpPr>
        <p:grpSpPr>
          <a:xfrm>
            <a:off x="6804280" y="2373927"/>
            <a:ext cx="1264015" cy="477054"/>
            <a:chOff x="6033247" y="820693"/>
            <a:chExt cx="1264015" cy="477054"/>
          </a:xfrm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71A31AD6-A50F-1052-1C09-43C9347C998B}"/>
                </a:ext>
              </a:extLst>
            </p:cNvPr>
            <p:cNvSpPr/>
            <p:nvPr/>
          </p:nvSpPr>
          <p:spPr>
            <a:xfrm>
              <a:off x="6033247" y="820693"/>
              <a:ext cx="1246090" cy="477054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1" name="Gráfico 10" descr="Despertador com preenchimento sólido">
              <a:extLst>
                <a:ext uri="{FF2B5EF4-FFF2-40B4-BE49-F238E27FC236}">
                  <a16:creationId xmlns:a16="http://schemas.microsoft.com/office/drawing/2014/main" id="{650DD9B0-92D5-4AC6-76E5-2887DE3FD51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066925" y="899630"/>
              <a:ext cx="336179" cy="336179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EF8F9240-7C8A-CDC4-6C49-EE038CF11A2A}"/>
                </a:ext>
              </a:extLst>
            </p:cNvPr>
            <p:cNvSpPr txBox="1"/>
            <p:nvPr/>
          </p:nvSpPr>
          <p:spPr>
            <a:xfrm>
              <a:off x="6387347" y="936914"/>
              <a:ext cx="909915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1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INCUBAÇÃO</a:t>
              </a:r>
              <a:endParaRPr lang="pt-BR" sz="11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3EF608A-4FA9-532F-89EC-D8EEC700E24D}"/>
              </a:ext>
            </a:extLst>
          </p:cNvPr>
          <p:cNvGrpSpPr/>
          <p:nvPr/>
        </p:nvGrpSpPr>
        <p:grpSpPr>
          <a:xfrm>
            <a:off x="8485091" y="2373927"/>
            <a:ext cx="1331250" cy="477054"/>
            <a:chOff x="8265455" y="816106"/>
            <a:chExt cx="1331250" cy="477054"/>
          </a:xfrm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F83E5368-3339-3813-6995-9F60C66C5267}"/>
                </a:ext>
              </a:extLst>
            </p:cNvPr>
            <p:cNvSpPr/>
            <p:nvPr/>
          </p:nvSpPr>
          <p:spPr>
            <a:xfrm>
              <a:off x="8265455" y="816106"/>
              <a:ext cx="1246090" cy="477054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5" name="Gráfico 14" descr="Ampulheta concluída com preenchimento sólido">
              <a:extLst>
                <a:ext uri="{FF2B5EF4-FFF2-40B4-BE49-F238E27FC236}">
                  <a16:creationId xmlns:a16="http://schemas.microsoft.com/office/drawing/2014/main" id="{A207AD3B-D27A-D1D0-EFF3-3E6BD25BE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355098" y="951888"/>
              <a:ext cx="242049" cy="242049"/>
            </a:xfrm>
            <a:prstGeom prst="rect">
              <a:avLst/>
            </a:prstGeom>
          </p:spPr>
        </p:pic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4C0A9982-13A6-64F0-F4D3-57EB0A537346}"/>
                </a:ext>
              </a:extLst>
            </p:cNvPr>
            <p:cNvSpPr txBox="1"/>
            <p:nvPr/>
          </p:nvSpPr>
          <p:spPr>
            <a:xfrm>
              <a:off x="8686790" y="932327"/>
              <a:ext cx="909915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100" b="1" dirty="0">
                  <a:solidFill>
                    <a:schemeClr val="bg1"/>
                  </a:solidFill>
                  <a:latin typeface="Calibri" panose="020F0502020204030204" pitchFamily="34" charset="0"/>
                </a:rPr>
                <a:t>DURAÇÃO</a:t>
              </a:r>
              <a:endParaRPr lang="pt-BR" sz="11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A626B57-A1A5-B553-C2F8-5E8902D1A3F5}"/>
              </a:ext>
            </a:extLst>
          </p:cNvPr>
          <p:cNvSpPr txBox="1"/>
          <p:nvPr/>
        </p:nvSpPr>
        <p:spPr>
          <a:xfrm>
            <a:off x="7064188" y="2978074"/>
            <a:ext cx="90991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</a:rPr>
              <a:t>Ignorado</a:t>
            </a:r>
            <a:endParaRPr lang="pt-BR" sz="1100" b="1" dirty="0">
              <a:solidFill>
                <a:srgbClr val="002060"/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6C197AE-80A8-524A-627C-97871944AAE4}"/>
              </a:ext>
            </a:extLst>
          </p:cNvPr>
          <p:cNvSpPr txBox="1"/>
          <p:nvPr/>
        </p:nvSpPr>
        <p:spPr>
          <a:xfrm>
            <a:off x="7064188" y="3521772"/>
            <a:ext cx="12460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</a:rPr>
              <a:t>1 – 2 semanas</a:t>
            </a:r>
            <a:endParaRPr lang="pt-BR" sz="1100" b="1" dirty="0">
              <a:solidFill>
                <a:srgbClr val="002060"/>
              </a:solidFill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1290730-F0DA-7BF2-D846-864B01260F32}"/>
              </a:ext>
            </a:extLst>
          </p:cNvPr>
          <p:cNvSpPr txBox="1"/>
          <p:nvPr/>
        </p:nvSpPr>
        <p:spPr>
          <a:xfrm>
            <a:off x="7117973" y="4820252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</a:rPr>
              <a:t>2 – 15 dias</a:t>
            </a:r>
            <a:endParaRPr lang="pt-BR" sz="1100" b="1" dirty="0">
              <a:solidFill>
                <a:srgbClr val="002060"/>
              </a:solidFill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1D72343A-79F3-1DE4-0251-7E771A5FB0CA}"/>
              </a:ext>
            </a:extLst>
          </p:cNvPr>
          <p:cNvSpPr txBox="1"/>
          <p:nvPr/>
        </p:nvSpPr>
        <p:spPr>
          <a:xfrm>
            <a:off x="8603463" y="4137662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solidFill>
                  <a:srgbClr val="0070C0"/>
                </a:solidFill>
                <a:latin typeface="Calibri" panose="020F0502020204030204" pitchFamily="34" charset="0"/>
              </a:rPr>
              <a:t>Semanas a meses</a:t>
            </a:r>
            <a:endParaRPr lang="pt-BR" sz="1100" b="1" dirty="0">
              <a:solidFill>
                <a:srgbClr val="0070C0"/>
              </a:solidFill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D2EC945-6226-764E-2600-DF7D6A57EBBB}"/>
              </a:ext>
            </a:extLst>
          </p:cNvPr>
          <p:cNvSpPr txBox="1"/>
          <p:nvPr/>
        </p:nvSpPr>
        <p:spPr>
          <a:xfrm>
            <a:off x="8570251" y="4794970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solidFill>
                  <a:srgbClr val="0070C0"/>
                </a:solidFill>
                <a:latin typeface="Calibri" panose="020F0502020204030204" pitchFamily="34" charset="0"/>
              </a:rPr>
              <a:t>2 – 3 semanas</a:t>
            </a:r>
            <a:endParaRPr lang="pt-BR" sz="1100" b="1" dirty="0">
              <a:solidFill>
                <a:srgbClr val="0070C0"/>
              </a:solidFill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875CF1B5-6A0D-E074-DC44-690E894E0DE4}"/>
              </a:ext>
            </a:extLst>
          </p:cNvPr>
          <p:cNvSpPr txBox="1"/>
          <p:nvPr/>
        </p:nvSpPr>
        <p:spPr>
          <a:xfrm>
            <a:off x="8376702" y="3527717"/>
            <a:ext cx="169961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solidFill>
                  <a:srgbClr val="0070C0"/>
                </a:solidFill>
                <a:latin typeface="Calibri" panose="020F0502020204030204" pitchFamily="34" charset="0"/>
              </a:rPr>
              <a:t>4 dias – 3 semanas</a:t>
            </a:r>
            <a:endParaRPr lang="pt-BR" sz="1100" b="1" dirty="0">
              <a:solidFill>
                <a:srgbClr val="0070C0"/>
              </a:solidFill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6D97DF6D-80E3-09C8-9208-B937DA106613}"/>
              </a:ext>
            </a:extLst>
          </p:cNvPr>
          <p:cNvSpPr txBox="1"/>
          <p:nvPr/>
        </p:nvSpPr>
        <p:spPr>
          <a:xfrm>
            <a:off x="8516458" y="2965904"/>
            <a:ext cx="12460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100" b="1" dirty="0">
                <a:solidFill>
                  <a:srgbClr val="0070C0"/>
                </a:solidFill>
                <a:latin typeface="Calibri" panose="020F0502020204030204" pitchFamily="34" charset="0"/>
              </a:rPr>
              <a:t>Ignorado</a:t>
            </a:r>
            <a:endParaRPr lang="pt-BR" sz="1100" b="1" dirty="0">
              <a:solidFill>
                <a:srgbClr val="0070C0"/>
              </a:solidFill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F9D479FE-6B38-D44B-96B2-26FC32E9F190}"/>
              </a:ext>
            </a:extLst>
          </p:cNvPr>
          <p:cNvSpPr txBox="1"/>
          <p:nvPr/>
        </p:nvSpPr>
        <p:spPr>
          <a:xfrm>
            <a:off x="7064188" y="4171012"/>
            <a:ext cx="12460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1" dirty="0">
                <a:solidFill>
                  <a:srgbClr val="002060"/>
                </a:solidFill>
                <a:latin typeface="Calibri" panose="020F0502020204030204" pitchFamily="34" charset="0"/>
              </a:rPr>
              <a:t>2 – 4 semanas</a:t>
            </a:r>
            <a:endParaRPr lang="pt-BR" sz="11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221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8AA5B1C4-A390-89F8-DDFD-56738E034C0F}"/>
              </a:ext>
            </a:extLst>
          </p:cNvPr>
          <p:cNvSpPr txBox="1"/>
          <p:nvPr/>
        </p:nvSpPr>
        <p:spPr>
          <a:xfrm>
            <a:off x="681318" y="1294911"/>
            <a:ext cx="10632141" cy="448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1500"/>
              </a:spcBef>
              <a:spcAft>
                <a:spcPts val="750"/>
              </a:spcAft>
            </a:pPr>
            <a:r>
              <a:rPr lang="pt-BR" sz="1400" b="0" i="0" dirty="0">
                <a:solidFill>
                  <a:srgbClr val="001D35"/>
                </a:solidFill>
                <a:effectLst/>
                <a:latin typeface="Google Sans"/>
              </a:rPr>
              <a:t>Bactérias:</a:t>
            </a:r>
          </a:p>
          <a:p>
            <a:pPr algn="l" fontAlgn="ctr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400" b="1" i="0" dirty="0">
                <a:solidFill>
                  <a:srgbClr val="001D35"/>
                </a:solidFill>
                <a:effectLst/>
                <a:latin typeface="Google Sans"/>
              </a:rPr>
              <a:t>Escherichia coli (E. coli):</a:t>
            </a:r>
            <a:r>
              <a:rPr lang="pt-BR" sz="1400" b="0" i="0" dirty="0">
                <a:solidFill>
                  <a:srgbClr val="001D35"/>
                </a:solidFill>
                <a:effectLst/>
                <a:latin typeface="Google Sans"/>
              </a:rPr>
              <a:t> É uma causa comum de diarreia do viajante e pode causar diarreia aquosa, algumas vezes com sangue. </a:t>
            </a:r>
            <a:endParaRPr lang="pt-BR" sz="1400" b="0" i="0" dirty="0">
              <a:solidFill>
                <a:srgbClr val="0B57D0"/>
              </a:solidFill>
              <a:effectLst/>
              <a:latin typeface="Google Sans"/>
            </a:endParaRPr>
          </a:p>
          <a:p>
            <a:pPr algn="l" fontAlgn="ctr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400" b="1" i="0" dirty="0">
                <a:solidFill>
                  <a:srgbClr val="001D35"/>
                </a:solidFill>
                <a:effectLst/>
                <a:latin typeface="Google Sans"/>
              </a:rPr>
              <a:t>Salmonella:</a:t>
            </a:r>
            <a:r>
              <a:rPr lang="pt-BR" sz="1400" b="0" i="0" dirty="0">
                <a:solidFill>
                  <a:srgbClr val="001D35"/>
                </a:solidFill>
                <a:effectLst/>
                <a:latin typeface="Google Sans"/>
              </a:rPr>
              <a:t> Pode causar diarreia com sangue e febre. </a:t>
            </a:r>
            <a:endParaRPr lang="pt-BR" sz="1400" b="0" i="0" dirty="0">
              <a:solidFill>
                <a:srgbClr val="0B57D0"/>
              </a:solidFill>
              <a:effectLst/>
              <a:latin typeface="Google Sans"/>
            </a:endParaRPr>
          </a:p>
          <a:p>
            <a:pPr algn="l" fontAlgn="ctr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400" b="1" i="0" dirty="0" err="1">
                <a:solidFill>
                  <a:srgbClr val="001D35"/>
                </a:solidFill>
                <a:effectLst/>
                <a:latin typeface="Google Sans"/>
              </a:rPr>
              <a:t>Shigella</a:t>
            </a:r>
            <a:r>
              <a:rPr lang="pt-BR" sz="1400" b="1" i="0" dirty="0">
                <a:solidFill>
                  <a:srgbClr val="001D35"/>
                </a:solidFill>
                <a:effectLst/>
                <a:latin typeface="Google Sans"/>
              </a:rPr>
              <a:t>:</a:t>
            </a:r>
            <a:r>
              <a:rPr lang="pt-BR" sz="1400" b="0" i="0" dirty="0">
                <a:solidFill>
                  <a:srgbClr val="001D35"/>
                </a:solidFill>
                <a:effectLst/>
                <a:latin typeface="Google Sans"/>
              </a:rPr>
              <a:t> Também pode causar diarreia com sangue e é uma das principais causas de diarreia em países em desenvolvimento. </a:t>
            </a:r>
            <a:endParaRPr lang="pt-BR" sz="1400" b="0" i="0" dirty="0">
              <a:solidFill>
                <a:srgbClr val="0B57D0"/>
              </a:solidFill>
              <a:effectLst/>
              <a:latin typeface="Google Sans"/>
            </a:endParaRPr>
          </a:p>
          <a:p>
            <a:pPr algn="l" fontAlgn="ctr">
              <a:lnSpc>
                <a:spcPts val="1650"/>
              </a:lnSpc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pt-BR" sz="1400" b="1" i="0" dirty="0" err="1">
                <a:solidFill>
                  <a:srgbClr val="001D35"/>
                </a:solidFill>
                <a:effectLst/>
                <a:latin typeface="Google Sans"/>
              </a:rPr>
              <a:t>Campylobacter</a:t>
            </a:r>
            <a:r>
              <a:rPr lang="pt-BR" sz="1400" b="1" i="0" dirty="0">
                <a:solidFill>
                  <a:srgbClr val="001D35"/>
                </a:solidFill>
                <a:effectLst/>
                <a:latin typeface="Google Sans"/>
              </a:rPr>
              <a:t>:</a:t>
            </a:r>
            <a:r>
              <a:rPr lang="pt-BR" sz="1400" b="0" i="0" dirty="0">
                <a:solidFill>
                  <a:srgbClr val="001D35"/>
                </a:solidFill>
                <a:effectLst/>
                <a:latin typeface="Google Sans"/>
              </a:rPr>
              <a:t> Outra bactéria que pode causar diarreia com sangue. </a:t>
            </a:r>
            <a:endParaRPr lang="pt-BR" sz="1400" b="0" i="0" dirty="0">
              <a:solidFill>
                <a:srgbClr val="0B57D0"/>
              </a:solidFill>
              <a:effectLst/>
              <a:latin typeface="Google Sans"/>
            </a:endParaRPr>
          </a:p>
          <a:p>
            <a:pPr algn="l">
              <a:lnSpc>
                <a:spcPts val="1950"/>
              </a:lnSpc>
              <a:spcBef>
                <a:spcPts val="1500"/>
              </a:spcBef>
              <a:spcAft>
                <a:spcPts val="750"/>
              </a:spcAft>
            </a:pPr>
            <a:r>
              <a:rPr lang="pt-BR" sz="1400" b="0" i="0" dirty="0">
                <a:solidFill>
                  <a:srgbClr val="001D35"/>
                </a:solidFill>
                <a:effectLst/>
                <a:latin typeface="Google Sans"/>
              </a:rPr>
              <a:t>Vírus:</a:t>
            </a: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400" b="1" i="0" dirty="0">
                <a:solidFill>
                  <a:srgbClr val="001D35"/>
                </a:solidFill>
                <a:effectLst/>
                <a:latin typeface="Google Sans"/>
              </a:rPr>
              <a:t>Rotavírus: </a:t>
            </a:r>
            <a:r>
              <a:rPr lang="pt-BR" sz="1400" b="0" i="0" dirty="0">
                <a:solidFill>
                  <a:srgbClr val="545D7E"/>
                </a:solidFill>
                <a:effectLst/>
                <a:latin typeface="Google Sans"/>
              </a:rPr>
              <a:t>Principal causa de gastroenterite aguda em crianças menores de cinco anos. </a:t>
            </a:r>
            <a:endParaRPr lang="pt-BR" sz="1400" b="0" i="0" dirty="0">
              <a:solidFill>
                <a:srgbClr val="0B57D0"/>
              </a:solidFill>
              <a:effectLst/>
              <a:latin typeface="Google Sans"/>
            </a:endParaRP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pt-BR" sz="1400" b="1" i="0" dirty="0">
                <a:solidFill>
                  <a:srgbClr val="001D35"/>
                </a:solidFill>
                <a:effectLst/>
                <a:latin typeface="Google Sans"/>
              </a:rPr>
              <a:t>Norovírus: </a:t>
            </a:r>
            <a:r>
              <a:rPr lang="pt-BR" sz="1400" b="0" i="0" dirty="0">
                <a:solidFill>
                  <a:srgbClr val="545D7E"/>
                </a:solidFill>
                <a:effectLst/>
                <a:latin typeface="Google Sans"/>
              </a:rPr>
              <a:t>Causa comum de gastroenterite viral, especialmente em ambientes como navios de cruzeiro e pode causar diarreia e vômitos. </a:t>
            </a:r>
            <a:endParaRPr lang="pt-BR" sz="1400" b="0" i="0" dirty="0">
              <a:solidFill>
                <a:srgbClr val="0B57D0"/>
              </a:solidFill>
              <a:effectLst/>
              <a:latin typeface="Google Sans"/>
            </a:endParaRPr>
          </a:p>
          <a:p>
            <a:pPr algn="l">
              <a:lnSpc>
                <a:spcPts val="1950"/>
              </a:lnSpc>
              <a:spcBef>
                <a:spcPts val="1500"/>
              </a:spcBef>
              <a:spcAft>
                <a:spcPts val="750"/>
              </a:spcAft>
            </a:pPr>
            <a:r>
              <a:rPr lang="pt-BR" sz="1400" b="0" i="0" dirty="0">
                <a:solidFill>
                  <a:srgbClr val="001D35"/>
                </a:solidFill>
                <a:effectLst/>
                <a:latin typeface="Google Sans"/>
              </a:rPr>
              <a:t>Parasitas:</a:t>
            </a:r>
          </a:p>
          <a:p>
            <a:pPr algn="l">
              <a:lnSpc>
                <a:spcPts val="1650"/>
              </a:lnSpc>
              <a:spcBef>
                <a:spcPts val="750"/>
              </a:spcBef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pt-BR" sz="1400" b="1" i="0" dirty="0" err="1">
                <a:solidFill>
                  <a:srgbClr val="001D35"/>
                </a:solidFill>
                <a:effectLst/>
                <a:latin typeface="Google Sans"/>
              </a:rPr>
              <a:t>Cryptosporidium</a:t>
            </a:r>
            <a:r>
              <a:rPr lang="pt-BR" sz="1400" b="1" i="0" dirty="0">
                <a:solidFill>
                  <a:srgbClr val="001D35"/>
                </a:solidFill>
                <a:effectLst/>
                <a:latin typeface="Google Sans"/>
              </a:rPr>
              <a:t> spp.:</a:t>
            </a:r>
            <a:r>
              <a:rPr lang="pt-BR" sz="1400" b="0" i="0" dirty="0">
                <a:solidFill>
                  <a:srgbClr val="001D35"/>
                </a:solidFill>
                <a:effectLst/>
                <a:latin typeface="Google Sans"/>
              </a:rPr>
              <a:t> Um parasita comum em Angola, especialmente em crianças menores de 12 meses. 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99EEC2B-D8E3-8F3D-5500-9D47AC61539F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  <a:ea typeface="Calibri"/>
                <a:cs typeface="Calibri"/>
              </a:rPr>
              <a:t>AGENTES ETIOLÓGICOS MAIS FREQUENTES</a:t>
            </a:r>
          </a:p>
        </p:txBody>
      </p:sp>
    </p:spTree>
    <p:extLst>
      <p:ext uri="{BB962C8B-B14F-4D97-AF65-F5344CB8AC3E}">
        <p14:creationId xmlns:p14="http://schemas.microsoft.com/office/powerpoint/2010/main" val="1072464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E5843-2D84-ED7D-5BD0-D071E1EC5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95B05C2-76E8-B9E3-E838-74628873A1DD}"/>
              </a:ext>
            </a:extLst>
          </p:cNvPr>
          <p:cNvSpPr txBox="1"/>
          <p:nvPr/>
        </p:nvSpPr>
        <p:spPr>
          <a:xfrm>
            <a:off x="244417" y="459860"/>
            <a:ext cx="7276969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TRATAMENTO</a:t>
            </a:r>
            <a:endParaRPr lang="pt-BR" b="1" dirty="0">
              <a:ea typeface="Calibri"/>
              <a:cs typeface="Calibri"/>
            </a:endParaRPr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4E136A57-1C2F-B9D2-7C13-19C89068C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212" y="774886"/>
            <a:ext cx="5438775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918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4CAE8-0546-CD32-CA51-6FA078BB6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0F0139C-94F0-E81A-6B7E-0CB21719A5A1}"/>
              </a:ext>
            </a:extLst>
          </p:cNvPr>
          <p:cNvSpPr txBox="1"/>
          <p:nvPr/>
        </p:nvSpPr>
        <p:spPr>
          <a:xfrm>
            <a:off x="244417" y="459860"/>
            <a:ext cx="7276969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TRATAMENTO</a:t>
            </a:r>
            <a:endParaRPr lang="pt-BR" b="1" dirty="0">
              <a:ea typeface="Calibri"/>
              <a:cs typeface="Calibri"/>
            </a:endParaRPr>
          </a:p>
        </p:txBody>
      </p:sp>
      <p:pic>
        <p:nvPicPr>
          <p:cNvPr id="1026" name="Picture 2" descr="Imagem 930294962, Imagem">
            <a:extLst>
              <a:ext uri="{FF2B5EF4-FFF2-40B4-BE49-F238E27FC236}">
                <a16:creationId xmlns:a16="http://schemas.microsoft.com/office/drawing/2014/main" id="{7194EC14-3707-26FC-703F-7B106538F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3803" y="698387"/>
            <a:ext cx="8186550" cy="5873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9E14E8DC-7086-F702-44A1-E5F4A839A6C2}"/>
              </a:ext>
            </a:extLst>
          </p:cNvPr>
          <p:cNvSpPr txBox="1"/>
          <p:nvPr/>
        </p:nvSpPr>
        <p:spPr>
          <a:xfrm>
            <a:off x="244417" y="1293578"/>
            <a:ext cx="2660149" cy="12464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rgbClr val="00B050"/>
                </a:solidFill>
                <a:ea typeface="+mn-lt"/>
                <a:cs typeface="+mn-lt"/>
              </a:rPr>
              <a:t>INGERIR MAIS LÍQUIDO QUE O HABITUAL</a:t>
            </a:r>
            <a:endParaRPr lang="pt-BR" b="1" dirty="0">
              <a:solidFill>
                <a:srgbClr val="00B050"/>
              </a:solidFill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C11BBD2-E292-2709-2997-398802EBB121}"/>
              </a:ext>
            </a:extLst>
          </p:cNvPr>
          <p:cNvSpPr txBox="1"/>
          <p:nvPr/>
        </p:nvSpPr>
        <p:spPr>
          <a:xfrm>
            <a:off x="244417" y="2805752"/>
            <a:ext cx="2839442" cy="12464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rgbClr val="FFC000"/>
                </a:solidFill>
                <a:ea typeface="+mn-lt"/>
                <a:cs typeface="+mn-lt"/>
              </a:rPr>
              <a:t>ADMINISTRAR SAIS DE HIDRATAÇÃO ORAL</a:t>
            </a:r>
            <a:endParaRPr lang="pt-BR" b="1" dirty="0">
              <a:solidFill>
                <a:srgbClr val="FFC000"/>
              </a:solidFill>
              <a:ea typeface="Calibri"/>
              <a:cs typeface="Calibr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7744E9B-DEC9-2277-63BC-7DFB83152601}"/>
              </a:ext>
            </a:extLst>
          </p:cNvPr>
          <p:cNvSpPr txBox="1"/>
          <p:nvPr/>
        </p:nvSpPr>
        <p:spPr>
          <a:xfrm>
            <a:off x="154770" y="4526975"/>
            <a:ext cx="2839442" cy="12464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rgbClr val="FF0000"/>
                </a:solidFill>
                <a:ea typeface="+mn-lt"/>
                <a:cs typeface="+mn-lt"/>
              </a:rPr>
              <a:t>ADMINISTRAR REIDRATAÇÃO ENDOVENOSA</a:t>
            </a:r>
            <a:endParaRPr lang="pt-BR" b="1" dirty="0">
              <a:solidFill>
                <a:srgbClr val="FF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4182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0981E-0101-B37F-67A4-9FA6A655A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4" name="Picture 12" descr="Frasco (Pote) Coletor Universal Graduado 80ml Estéril Com Pá ...">
            <a:extLst>
              <a:ext uri="{FF2B5EF4-FFF2-40B4-BE49-F238E27FC236}">
                <a16:creationId xmlns:a16="http://schemas.microsoft.com/office/drawing/2014/main" id="{A6610DE6-540F-170D-3BBE-8D264F0A8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877" y="4452799"/>
            <a:ext cx="1945341" cy="1945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artoon emoji de cocô emoticon de merda com óculos de sol | Vetor Premium">
            <a:extLst>
              <a:ext uri="{FF2B5EF4-FFF2-40B4-BE49-F238E27FC236}">
                <a16:creationId xmlns:a16="http://schemas.microsoft.com/office/drawing/2014/main" id="{37FA388A-D934-65CB-5DF0-B7BC209BB9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744" y="426242"/>
            <a:ext cx="3933265" cy="3933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872D52D-4B24-EF94-663F-84AF85CAC1DF}"/>
              </a:ext>
            </a:extLst>
          </p:cNvPr>
          <p:cNvSpPr txBox="1"/>
          <p:nvPr/>
        </p:nvSpPr>
        <p:spPr>
          <a:xfrm>
            <a:off x="244417" y="459860"/>
            <a:ext cx="7276969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DIAGNÓSTICO – AMOSTRAS CLÍNICA</a:t>
            </a:r>
            <a:endParaRPr lang="pt-BR" b="1" dirty="0">
              <a:ea typeface="Calibri"/>
              <a:cs typeface="Calibri"/>
            </a:endParaRPr>
          </a:p>
        </p:txBody>
      </p:sp>
      <p:pic>
        <p:nvPicPr>
          <p:cNvPr id="3080" name="Picture 8" descr="Cute Poop Emoticon With Mocking Face Vector, Poop, Emoticons, Mocking Face  PNG and Vector with Transparent Background for Free Download">
            <a:extLst>
              <a:ext uri="{FF2B5EF4-FFF2-40B4-BE49-F238E27FC236}">
                <a16:creationId xmlns:a16="http://schemas.microsoft.com/office/drawing/2014/main" id="{0977205D-D221-E940-D8B9-5487EC78B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1500" y="3130923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B210EBC-610D-8FB1-3A32-4810C9DB07FD}"/>
              </a:ext>
            </a:extLst>
          </p:cNvPr>
          <p:cNvSpPr txBox="1"/>
          <p:nvPr/>
        </p:nvSpPr>
        <p:spPr>
          <a:xfrm>
            <a:off x="3965299" y="2521700"/>
            <a:ext cx="4497912" cy="12464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COLETAR AMOSTRA DE FEZES ATÉ O 5º DIA DO INÍCIO DOS SINTOMAS</a:t>
            </a:r>
            <a:endParaRPr lang="pt-BR" b="1" dirty="0">
              <a:ea typeface="Calibri"/>
              <a:cs typeface="Calibri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5CEFFCC-1F4B-D844-84D5-32E32205EC4D}"/>
              </a:ext>
            </a:extLst>
          </p:cNvPr>
          <p:cNvSpPr txBox="1"/>
          <p:nvPr/>
        </p:nvSpPr>
        <p:spPr>
          <a:xfrm>
            <a:off x="466165" y="5147473"/>
            <a:ext cx="41787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/>
              <a:t>COPROCULTURA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/>
              <a:t>COPROSCOPIA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pt-BR" dirty="0"/>
              <a:t>PESQUISA DE ROTAVÍRUS E NOROVÍRUS</a:t>
            </a:r>
          </a:p>
        </p:txBody>
      </p:sp>
    </p:spTree>
    <p:extLst>
      <p:ext uri="{BB962C8B-B14F-4D97-AF65-F5344CB8AC3E}">
        <p14:creationId xmlns:p14="http://schemas.microsoft.com/office/powerpoint/2010/main" val="100297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2092177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NOTIFICAÇÃO</a:t>
            </a:r>
            <a:endParaRPr lang="pt-BR" b="1" dirty="0">
              <a:ea typeface="Calibri"/>
              <a:cs typeface="Calibr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308DE37-758A-20C3-8416-768769627EDA}"/>
              </a:ext>
            </a:extLst>
          </p:cNvPr>
          <p:cNvSpPr txBox="1"/>
          <p:nvPr/>
        </p:nvSpPr>
        <p:spPr>
          <a:xfrm>
            <a:off x="783771" y="1333951"/>
            <a:ext cx="10605488" cy="2400657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pt-BR" b="1" dirty="0">
                <a:solidFill>
                  <a:srgbClr val="002060"/>
                </a:solidFill>
              </a:rPr>
              <a:t>Ficha de notificação/investigação INDIVIDUAL ESPECÍFICA da doença/agravo: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pt-BR" b="1" dirty="0"/>
              <a:t>Botulismo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pt-BR" b="1" dirty="0"/>
              <a:t>Cólera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pt-BR" b="1" dirty="0"/>
              <a:t>Febre tifoide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pt-BR" b="1" dirty="0"/>
              <a:t>Intoxicação exógena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pt-BR" b="1" dirty="0"/>
              <a:t>Rotavírus </a:t>
            </a:r>
            <a:r>
              <a:rPr lang="pt-BR" dirty="0"/>
              <a:t>(apenas para os casos suspeitos menores de 5 anos envolvidos no surto e atendidos em unidades sentinelas de Rotavírus)</a:t>
            </a:r>
            <a:endParaRPr lang="pt-BR" sz="2000" b="1" dirty="0">
              <a:solidFill>
                <a:srgbClr val="002060"/>
              </a:solidFill>
              <a:ea typeface="+mn-lt"/>
              <a:cs typeface="+mn-lt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72F1000-8308-10C0-161B-9117CBDF0416}"/>
              </a:ext>
            </a:extLst>
          </p:cNvPr>
          <p:cNvSpPr txBox="1"/>
          <p:nvPr/>
        </p:nvSpPr>
        <p:spPr>
          <a:xfrm>
            <a:off x="783771" y="4196175"/>
            <a:ext cx="10605488" cy="1787723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pt-BR"/>
            </a:defPPr>
            <a:lvl1pPr>
              <a:lnSpc>
                <a:spcPct val="150000"/>
              </a:lnSpc>
              <a:defRPr b="1">
                <a:solidFill>
                  <a:srgbClr val="002060"/>
                </a:solidFill>
              </a:defRPr>
            </a:lvl1pPr>
            <a:lvl2pPr marL="2857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b="1"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dirty="0"/>
              <a:t>Ficha INDIVIDUAL DE NOTIFICAÇÃO/CONCLUSÃO:</a:t>
            </a:r>
          </a:p>
          <a:p>
            <a:pPr lvl="1">
              <a:lnSpc>
                <a:spcPct val="100000"/>
              </a:lnSpc>
            </a:pPr>
            <a:r>
              <a:rPr lang="pt-BR" dirty="0"/>
              <a:t>Doença de </a:t>
            </a:r>
            <a:r>
              <a:rPr lang="pt-BR" dirty="0" err="1"/>
              <a:t>Creutzfeldt</a:t>
            </a:r>
            <a:r>
              <a:rPr lang="pt-BR" dirty="0"/>
              <a:t>-Jakob (DCJ) </a:t>
            </a:r>
          </a:p>
          <a:p>
            <a:pPr lvl="1">
              <a:lnSpc>
                <a:spcPct val="100000"/>
              </a:lnSpc>
            </a:pPr>
            <a:r>
              <a:rPr lang="pt-BR" dirty="0"/>
              <a:t>Síndrome hemolítico-urêmica </a:t>
            </a:r>
            <a:r>
              <a:rPr lang="pt-BR" b="0" dirty="0"/>
              <a:t>(apenas casos de SHU associados à transmissão hídrica e alimentar)</a:t>
            </a:r>
          </a:p>
          <a:p>
            <a:pPr lvl="1">
              <a:lnSpc>
                <a:spcPct val="100000"/>
              </a:lnSpc>
            </a:pPr>
            <a:r>
              <a:rPr lang="pt-BR" dirty="0"/>
              <a:t>Toxoplasmose gestacional, toxoplasmose congênita e toxoplasmose adquirida</a:t>
            </a:r>
          </a:p>
          <a:p>
            <a:pPr lvl="1">
              <a:lnSpc>
                <a:spcPct val="100000"/>
              </a:lnSpc>
            </a:pPr>
            <a:r>
              <a:rPr lang="pt-BR" dirty="0"/>
              <a:t>Doença de </a:t>
            </a:r>
            <a:r>
              <a:rPr lang="pt-BR" dirty="0" err="1"/>
              <a:t>Haff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88803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DD4C0-A962-CDA6-55AA-ABE7A860E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C66A192-B7FA-FBAD-8F60-1DC852D8F521}"/>
              </a:ext>
            </a:extLst>
          </p:cNvPr>
          <p:cNvSpPr txBox="1"/>
          <p:nvPr/>
        </p:nvSpPr>
        <p:spPr>
          <a:xfrm>
            <a:off x="244419" y="576401"/>
            <a:ext cx="7276969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DOENÇAS DE TRANSMISSÃO HÍDRICA E ALIMENTAR</a:t>
            </a:r>
            <a:endParaRPr lang="pt-BR" b="1" dirty="0"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79EB215-1620-3E49-00E7-E8F2355E6E2B}"/>
              </a:ext>
            </a:extLst>
          </p:cNvPr>
          <p:cNvSpPr txBox="1"/>
          <p:nvPr/>
        </p:nvSpPr>
        <p:spPr>
          <a:xfrm>
            <a:off x="3525082" y="6123158"/>
            <a:ext cx="6002448" cy="6097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500" b="1" dirty="0">
                <a:solidFill>
                  <a:schemeClr val="bg2"/>
                </a:solidFill>
                <a:ea typeface="+mn-lt"/>
                <a:cs typeface="+mn-lt"/>
              </a:rPr>
              <a:t>CID-10 A08 – SÍNDROME DIARREICA AGUDA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8E47CB7-07E3-215F-BECA-7BE6D8658419}"/>
              </a:ext>
            </a:extLst>
          </p:cNvPr>
          <p:cNvSpPr txBox="1"/>
          <p:nvPr/>
        </p:nvSpPr>
        <p:spPr>
          <a:xfrm>
            <a:off x="2887821" y="3044279"/>
            <a:ext cx="7276969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4400" b="1" dirty="0">
                <a:solidFill>
                  <a:srgbClr val="002060"/>
                </a:solidFill>
                <a:ea typeface="+mn-lt"/>
                <a:cs typeface="+mn-lt"/>
              </a:rPr>
              <a:t>Como detectar um surto?</a:t>
            </a:r>
            <a:endParaRPr lang="pt-BR" sz="3600" b="1" dirty="0">
              <a:ea typeface="Calibri"/>
              <a:cs typeface="Calibri"/>
            </a:endParaRPr>
          </a:p>
        </p:txBody>
      </p:sp>
      <p:pic>
        <p:nvPicPr>
          <p:cNvPr id="13" name="Imagem 12" descr="Desenho de personagem de desenho animado&#10;&#10;O conteúdo gerado por IA pode estar incorreto.">
            <a:extLst>
              <a:ext uri="{FF2B5EF4-FFF2-40B4-BE49-F238E27FC236}">
                <a16:creationId xmlns:a16="http://schemas.microsoft.com/office/drawing/2014/main" id="{13FEFDF6-71EE-517A-0906-EB2380367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3" y="1803263"/>
            <a:ext cx="3838585" cy="3838585"/>
          </a:xfrm>
          <a:prstGeom prst="rect">
            <a:avLst/>
          </a:prstGeom>
        </p:spPr>
      </p:pic>
      <p:pic>
        <p:nvPicPr>
          <p:cNvPr id="6" name="Gráfico 5" descr="Usuário com preenchimento sólido">
            <a:extLst>
              <a:ext uri="{FF2B5EF4-FFF2-40B4-BE49-F238E27FC236}">
                <a16:creationId xmlns:a16="http://schemas.microsoft.com/office/drawing/2014/main" id="{96FF123D-D132-9638-5F1D-53E21FD3AE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9470" y="4451240"/>
            <a:ext cx="1671918" cy="1671918"/>
          </a:xfrm>
          <a:prstGeom prst="rect">
            <a:avLst/>
          </a:prstGeom>
        </p:spPr>
      </p:pic>
      <p:pic>
        <p:nvPicPr>
          <p:cNvPr id="10" name="Gráfico 9" descr="Ciclo com pessoas com preenchimento sólido">
            <a:extLst>
              <a:ext uri="{FF2B5EF4-FFF2-40B4-BE49-F238E27FC236}">
                <a16:creationId xmlns:a16="http://schemas.microsoft.com/office/drawing/2014/main" id="{4477E407-AD0C-BE8E-EB27-0785FC3EA6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88576" y="482999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6009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C4EE7-EDCB-41E0-6909-6C5A64F2C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597A6FB-1D6D-E3E2-EC31-86FA84EC2C1F}"/>
              </a:ext>
            </a:extLst>
          </p:cNvPr>
          <p:cNvSpPr txBox="1"/>
          <p:nvPr/>
        </p:nvSpPr>
        <p:spPr>
          <a:xfrm>
            <a:off x="244419" y="576401"/>
            <a:ext cx="7276969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DOENÇAS DE TRANSMISSÃO HÍDRICA E ALIMENTAR</a:t>
            </a:r>
            <a:endParaRPr lang="pt-BR" b="1" dirty="0"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D291BF1-387B-9877-2801-4F24F2D7BA43}"/>
              </a:ext>
            </a:extLst>
          </p:cNvPr>
          <p:cNvSpPr txBox="1"/>
          <p:nvPr/>
        </p:nvSpPr>
        <p:spPr>
          <a:xfrm>
            <a:off x="3525082" y="6123158"/>
            <a:ext cx="6002448" cy="6097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500" b="1" dirty="0">
                <a:solidFill>
                  <a:schemeClr val="bg2"/>
                </a:solidFill>
                <a:ea typeface="+mn-lt"/>
                <a:cs typeface="+mn-lt"/>
              </a:rPr>
              <a:t>CID-10 A08 – SÍNDROME DIARREICA AGUDA</a:t>
            </a:r>
          </a:p>
        </p:txBody>
      </p:sp>
      <p:pic>
        <p:nvPicPr>
          <p:cNvPr id="6" name="Gráfico 5" descr="Usuário com preenchimento sólido">
            <a:extLst>
              <a:ext uri="{FF2B5EF4-FFF2-40B4-BE49-F238E27FC236}">
                <a16:creationId xmlns:a16="http://schemas.microsoft.com/office/drawing/2014/main" id="{4E8F85DA-4E3F-A157-A7F1-EB6E7AA95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4487" y="2503394"/>
            <a:ext cx="1671918" cy="1671918"/>
          </a:xfrm>
          <a:prstGeom prst="rect">
            <a:avLst/>
          </a:prstGeom>
        </p:spPr>
      </p:pic>
      <p:pic>
        <p:nvPicPr>
          <p:cNvPr id="10" name="Gráfico 9" descr="Ciclo com pessoas com preenchimento sólido">
            <a:extLst>
              <a:ext uri="{FF2B5EF4-FFF2-40B4-BE49-F238E27FC236}">
                <a16:creationId xmlns:a16="http://schemas.microsoft.com/office/drawing/2014/main" id="{DF107849-11F2-8557-8406-4C73ED4AC8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1764" y="2098004"/>
            <a:ext cx="2279013" cy="2279013"/>
          </a:xfrm>
          <a:prstGeom prst="rect">
            <a:avLst/>
          </a:prstGeom>
        </p:spPr>
      </p:pic>
      <p:pic>
        <p:nvPicPr>
          <p:cNvPr id="7" name="Gráfico 6" descr="Grupo de pessoas com preenchimento sólido">
            <a:extLst>
              <a:ext uri="{FF2B5EF4-FFF2-40B4-BE49-F238E27FC236}">
                <a16:creationId xmlns:a16="http://schemas.microsoft.com/office/drawing/2014/main" id="{879FA868-E3DA-90A8-85A2-3F0634C338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59577" y="2022068"/>
            <a:ext cx="2504094" cy="2504094"/>
          </a:xfrm>
          <a:prstGeom prst="rect">
            <a:avLst/>
          </a:prstGeom>
        </p:spPr>
      </p:pic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5AEF9242-70B8-986B-C334-AEA4C27B91E0}"/>
              </a:ext>
            </a:extLst>
          </p:cNvPr>
          <p:cNvSpPr/>
          <p:nvPr/>
        </p:nvSpPr>
        <p:spPr>
          <a:xfrm>
            <a:off x="2987199" y="3176430"/>
            <a:ext cx="1075765" cy="477054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CE76C8FB-5A44-46E7-6B3D-BC60440B837A}"/>
              </a:ext>
            </a:extLst>
          </p:cNvPr>
          <p:cNvSpPr/>
          <p:nvPr/>
        </p:nvSpPr>
        <p:spPr>
          <a:xfrm>
            <a:off x="7379905" y="2998983"/>
            <a:ext cx="1075765" cy="477054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468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2092177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NOTIFICAÇÃO</a:t>
            </a:r>
            <a:endParaRPr lang="pt-BR" b="1" dirty="0">
              <a:ea typeface="Calibri"/>
              <a:cs typeface="Calibri"/>
            </a:endParaRPr>
          </a:p>
        </p:txBody>
      </p:sp>
      <p:pic>
        <p:nvPicPr>
          <p:cNvPr id="4" name="Imagem 3" descr="Texto preto sobre fundo branco&#10;&#10;Descrição gerada automaticamente">
            <a:extLst>
              <a:ext uri="{FF2B5EF4-FFF2-40B4-BE49-F238E27FC236}">
                <a16:creationId xmlns:a16="http://schemas.microsoft.com/office/drawing/2014/main" id="{CFE70370-C354-5B01-FF37-63A29CBEE2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3177"/>
          <a:stretch/>
        </p:blipFill>
        <p:spPr>
          <a:xfrm>
            <a:off x="2205046" y="352208"/>
            <a:ext cx="7826209" cy="628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78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2092177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NOTIFICAÇÃO</a:t>
            </a:r>
            <a:endParaRPr lang="pt-BR" b="1" dirty="0">
              <a:ea typeface="Calibri"/>
              <a:cs typeface="Calibri"/>
            </a:endParaRPr>
          </a:p>
        </p:txBody>
      </p:sp>
      <p:pic>
        <p:nvPicPr>
          <p:cNvPr id="5" name="Imagem 4" descr="Texto preto sobre fundo branco&#10;&#10;Descrição gerada automaticamente">
            <a:extLst>
              <a:ext uri="{FF2B5EF4-FFF2-40B4-BE49-F238E27FC236}">
                <a16:creationId xmlns:a16="http://schemas.microsoft.com/office/drawing/2014/main" id="{4E891212-A368-3838-F615-A3282A53AD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09" t="56580" r="3788" b="-66"/>
          <a:stretch/>
        </p:blipFill>
        <p:spPr>
          <a:xfrm>
            <a:off x="1960227" y="979757"/>
            <a:ext cx="8271545" cy="554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8438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2092177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NOTIFICAÇÃO</a:t>
            </a:r>
            <a:endParaRPr lang="pt-BR" b="1" dirty="0">
              <a:ea typeface="Calibri"/>
              <a:cs typeface="Calibri"/>
            </a:endParaRPr>
          </a:p>
        </p:txBody>
      </p:sp>
      <p:pic>
        <p:nvPicPr>
          <p:cNvPr id="4" name="Imagem 3" descr="Tabela&#10;&#10;Descrição gerada automaticamente">
            <a:extLst>
              <a:ext uri="{FF2B5EF4-FFF2-40B4-BE49-F238E27FC236}">
                <a16:creationId xmlns:a16="http://schemas.microsoft.com/office/drawing/2014/main" id="{74C63399-24D3-5321-F7C8-06765ED10C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38" t="3966" r="3010" b="55719"/>
          <a:stretch/>
        </p:blipFill>
        <p:spPr>
          <a:xfrm>
            <a:off x="1614271" y="1053455"/>
            <a:ext cx="8963457" cy="557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774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2092177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NOTIFICAÇÃO</a:t>
            </a:r>
            <a:endParaRPr lang="pt-BR" b="1" dirty="0">
              <a:ea typeface="Calibri"/>
              <a:cs typeface="Calibri"/>
            </a:endParaRPr>
          </a:p>
        </p:txBody>
      </p:sp>
      <p:pic>
        <p:nvPicPr>
          <p:cNvPr id="7" name="Imagem 6" descr="Tabela&#10;&#10;Descrição gerada automaticamente">
            <a:extLst>
              <a:ext uri="{FF2B5EF4-FFF2-40B4-BE49-F238E27FC236}">
                <a16:creationId xmlns:a16="http://schemas.microsoft.com/office/drawing/2014/main" id="{9793F0D6-DE38-9936-00B5-DE08EB94E2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14" t="44404" r="3078" b="10214"/>
          <a:stretch/>
        </p:blipFill>
        <p:spPr>
          <a:xfrm>
            <a:off x="2243124" y="1053455"/>
            <a:ext cx="7705751" cy="5414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666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56A3F3-1ECE-A14A-A3A7-4DD1382E4DBE}"/>
              </a:ext>
            </a:extLst>
          </p:cNvPr>
          <p:cNvSpPr txBox="1"/>
          <p:nvPr/>
        </p:nvSpPr>
        <p:spPr>
          <a:xfrm>
            <a:off x="244419" y="1053455"/>
            <a:ext cx="70456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Detecção e confirmação da existência de surto</a:t>
            </a:r>
            <a:endParaRPr lang="pt-BR" sz="2500" b="1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83EB71B-9831-510F-C837-A54629818BBC}"/>
              </a:ext>
            </a:extLst>
          </p:cNvPr>
          <p:cNvSpPr txBox="1"/>
          <p:nvPr/>
        </p:nvSpPr>
        <p:spPr>
          <a:xfrm>
            <a:off x="529904" y="2053729"/>
            <a:ext cx="11132192" cy="3699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b="1" dirty="0"/>
              <a:t>Dados da vigilância </a:t>
            </a:r>
            <a:r>
              <a:rPr lang="pt-BR" sz="2000" dirty="0"/>
              <a:t>no nível municipal, estadual ou federal. </a:t>
            </a:r>
            <a:r>
              <a:rPr lang="pt-BR" sz="2000" b="1" dirty="0" err="1"/>
              <a:t>Ex</a:t>
            </a:r>
            <a:r>
              <a:rPr lang="pt-BR" sz="2000" b="1" dirty="0"/>
              <a:t>: SIVEP_DDA, SINAN, SIH, SIM, SISAGUA, GAL.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b="1" dirty="0"/>
              <a:t>Notificação</a:t>
            </a:r>
            <a:r>
              <a:rPr lang="pt-BR" sz="2000" dirty="0"/>
              <a:t> pelos serviços de saúde (público ou privado) – </a:t>
            </a:r>
            <a:r>
              <a:rPr lang="pt-BR" sz="2000" b="1" dirty="0"/>
              <a:t>assistência, laboratório, universidades etc.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b="1" dirty="0"/>
              <a:t>Imprensa</a:t>
            </a:r>
            <a:r>
              <a:rPr lang="pt-BR" sz="2000" dirty="0"/>
              <a:t>/mídia (jornais, rádio, internet, redes sociais).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b="1" dirty="0"/>
              <a:t>População</a:t>
            </a:r>
            <a:r>
              <a:rPr lang="pt-BR" sz="2000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Instituições envolvidas </a:t>
            </a:r>
            <a:r>
              <a:rPr lang="pt-BR" sz="2000" b="1" dirty="0"/>
              <a:t>(empresas, restaurantes, escolas, presídios, asilos).</a:t>
            </a:r>
          </a:p>
        </p:txBody>
      </p:sp>
    </p:spTree>
    <p:extLst>
      <p:ext uri="{BB962C8B-B14F-4D97-AF65-F5344CB8AC3E}">
        <p14:creationId xmlns:p14="http://schemas.microsoft.com/office/powerpoint/2010/main" val="2779632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56A3F3-1ECE-A14A-A3A7-4DD1382E4DBE}"/>
              </a:ext>
            </a:extLst>
          </p:cNvPr>
          <p:cNvSpPr txBox="1"/>
          <p:nvPr/>
        </p:nvSpPr>
        <p:spPr>
          <a:xfrm>
            <a:off x="244419" y="1053455"/>
            <a:ext cx="70456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Detecção e confirmação da existência de surto</a:t>
            </a:r>
            <a:endParaRPr lang="pt-BR" sz="2500" b="1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017D1FA-44FC-C424-7160-965E340E3F4E}"/>
              </a:ext>
            </a:extLst>
          </p:cNvPr>
          <p:cNvSpPr txBox="1"/>
          <p:nvPr/>
        </p:nvSpPr>
        <p:spPr>
          <a:xfrm>
            <a:off x="516049" y="1802776"/>
            <a:ext cx="11244402" cy="1852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b="1" i="0" dirty="0">
                <a:solidFill>
                  <a:srgbClr val="0D0D0D"/>
                </a:solidFill>
                <a:effectLst/>
              </a:rPr>
              <a:t>Fluxo de comunicação com a fonte notificadora: </a:t>
            </a:r>
          </a:p>
          <a:p>
            <a:pPr marL="800100" lvl="1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pt-BR" sz="2000" b="1" i="0" dirty="0">
                <a:solidFill>
                  <a:srgbClr val="0D0D0D"/>
                </a:solidFill>
                <a:effectLst/>
              </a:rPr>
              <a:t>confirmação de casos </a:t>
            </a:r>
            <a:r>
              <a:rPr lang="pt-BR" sz="2000" b="0" i="0" dirty="0">
                <a:solidFill>
                  <a:srgbClr val="0D0D0D"/>
                </a:solidFill>
                <a:effectLst/>
              </a:rPr>
              <a:t>de notificação compulsória ou de </a:t>
            </a:r>
            <a:r>
              <a:rPr lang="pt-BR" sz="2000" b="1" i="0" dirty="0">
                <a:solidFill>
                  <a:srgbClr val="0D0D0D"/>
                </a:solidFill>
                <a:effectLst/>
              </a:rPr>
              <a:t>surto</a:t>
            </a:r>
          </a:p>
          <a:p>
            <a:pPr marL="800100" lvl="1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pt-BR" sz="2000" b="1" i="0" dirty="0">
                <a:solidFill>
                  <a:srgbClr val="0D0D0D"/>
                </a:solidFill>
                <a:effectLst/>
              </a:rPr>
              <a:t>dados sejam compartilhados e atualizados, </a:t>
            </a:r>
            <a:r>
              <a:rPr lang="pt-BR" sz="2000" b="0" i="0" dirty="0">
                <a:solidFill>
                  <a:srgbClr val="0D0D0D"/>
                </a:solidFill>
                <a:effectLst/>
              </a:rPr>
              <a:t>seguindo a hierarquia município&gt;GVE&gt;DDTHA/CVE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660EBB5-E4B4-2D8A-5CB3-EE1B1A598C52}"/>
              </a:ext>
            </a:extLst>
          </p:cNvPr>
          <p:cNvSpPr txBox="1"/>
          <p:nvPr/>
        </p:nvSpPr>
        <p:spPr>
          <a:xfrm>
            <a:off x="1797113" y="4187630"/>
            <a:ext cx="8682273" cy="16943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pt-BR"/>
            </a:defPPr>
            <a:lvl1pPr algn="ctr">
              <a:defRPr sz="1600" b="1">
                <a:solidFill>
                  <a:schemeClr val="accent4">
                    <a:lumMod val="20000"/>
                    <a:lumOff val="80000"/>
                  </a:schemeClr>
                </a:solidFill>
                <a:highlight>
                  <a:srgbClr val="000080"/>
                </a:highlight>
              </a:defRPr>
            </a:lvl1pPr>
          </a:lstStyle>
          <a:p>
            <a:pPr>
              <a:lnSpc>
                <a:spcPct val="150000"/>
              </a:lnSpc>
            </a:pPr>
            <a:r>
              <a:rPr lang="pt-BR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O QUE É CONFIRMAR A EXISTÊNCIA DE SURTO DE DTHA? </a:t>
            </a:r>
          </a:p>
          <a:p>
            <a:pPr>
              <a:lnSpc>
                <a:spcPct val="150000"/>
              </a:lnSpc>
            </a:pPr>
            <a:r>
              <a:rPr lang="pt-BR" b="0" dirty="0">
                <a:solidFill>
                  <a:schemeClr val="bg1"/>
                </a:solidFill>
              </a:rPr>
              <a:t>É evidenciar histórico de ingestão de fonte comum e/ou de contato entre si de: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0" dirty="0">
                <a:solidFill>
                  <a:schemeClr val="bg1"/>
                </a:solidFill>
              </a:rPr>
              <a:t>Casos envolvidos na alteração do padrão epidemiológico; OU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0" dirty="0">
                <a:solidFill>
                  <a:schemeClr val="bg1"/>
                </a:solidFill>
              </a:rPr>
              <a:t>Dois casos ou mais com sinais e sintomas (quadro clínico) semelhantes.</a:t>
            </a:r>
            <a:endParaRPr lang="pt-BR" sz="14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900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56A3F3-1ECE-A14A-A3A7-4DD1382E4DBE}"/>
              </a:ext>
            </a:extLst>
          </p:cNvPr>
          <p:cNvSpPr txBox="1"/>
          <p:nvPr/>
        </p:nvSpPr>
        <p:spPr>
          <a:xfrm>
            <a:off x="244419" y="1053455"/>
            <a:ext cx="70456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Definições de caso</a:t>
            </a:r>
            <a:endParaRPr lang="pt-BR" sz="2500" b="1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017D1FA-44FC-C424-7160-965E340E3F4E}"/>
              </a:ext>
            </a:extLst>
          </p:cNvPr>
          <p:cNvSpPr txBox="1"/>
          <p:nvPr/>
        </p:nvSpPr>
        <p:spPr>
          <a:xfrm>
            <a:off x="244419" y="2053729"/>
            <a:ext cx="11461712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b="0" i="0" dirty="0">
                <a:solidFill>
                  <a:srgbClr val="0D0D0D"/>
                </a:solidFill>
                <a:effectLst/>
              </a:rPr>
              <a:t>Estabelecer critérios para associar os expostos ao surto, considerando as características comuns dos envolvidos (caracterização de </a:t>
            </a:r>
            <a:r>
              <a:rPr lang="pt-BR" sz="2000" b="1" i="0" dirty="0">
                <a:solidFill>
                  <a:srgbClr val="0D0D0D"/>
                </a:solidFill>
                <a:effectLst/>
              </a:rPr>
              <a:t>tempo, pessoa e lugar</a:t>
            </a:r>
            <a:r>
              <a:rPr lang="pt-BR" sz="2000" b="0" i="0" dirty="0">
                <a:solidFill>
                  <a:srgbClr val="0D0D0D"/>
                </a:solidFill>
                <a:effectLst/>
              </a:rPr>
              <a:t>).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D0D0D"/>
                </a:solidFill>
              </a:rPr>
              <a:t>D</a:t>
            </a:r>
            <a:r>
              <a:rPr lang="pt-BR" sz="2000" b="0" i="0" dirty="0">
                <a:solidFill>
                  <a:srgbClr val="0D0D0D"/>
                </a:solidFill>
                <a:effectLst/>
              </a:rPr>
              <a:t>eterminar as definições de </a:t>
            </a:r>
            <a:r>
              <a:rPr lang="pt-BR" sz="2000" b="1" i="0" dirty="0">
                <a:solidFill>
                  <a:srgbClr val="0D0D0D"/>
                </a:solidFill>
                <a:effectLst/>
              </a:rPr>
              <a:t>casos suspeitos, confirmados, descartados </a:t>
            </a:r>
            <a:r>
              <a:rPr lang="pt-BR" sz="2000" b="0" i="0" dirty="0">
                <a:solidFill>
                  <a:srgbClr val="0D0D0D"/>
                </a:solidFill>
                <a:effectLst/>
              </a:rPr>
              <a:t>e, quando necessário, de </a:t>
            </a:r>
            <a:r>
              <a:rPr lang="pt-BR" sz="2000" b="1" i="0" dirty="0">
                <a:solidFill>
                  <a:srgbClr val="0D0D0D"/>
                </a:solidFill>
                <a:effectLst/>
              </a:rPr>
              <a:t>casos prováveis</a:t>
            </a:r>
            <a:r>
              <a:rPr lang="pt-BR" sz="2000" b="0" i="0" dirty="0">
                <a:solidFill>
                  <a:srgbClr val="0D0D0D"/>
                </a:solidFill>
                <a:effectLst/>
              </a:rPr>
              <a:t>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A7FC45C-1BD5-D6F0-D0AF-7CAEB7E0C501}"/>
              </a:ext>
            </a:extLst>
          </p:cNvPr>
          <p:cNvSpPr txBox="1"/>
          <p:nvPr/>
        </p:nvSpPr>
        <p:spPr>
          <a:xfrm>
            <a:off x="2037407" y="4422070"/>
            <a:ext cx="8117186" cy="128574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pt-BR"/>
            </a:defPPr>
            <a:lvl1pPr algn="ctr">
              <a:lnSpc>
                <a:spcPct val="150000"/>
              </a:lnSpc>
              <a:defRPr sz="1400" b="1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sz="1600" dirty="0"/>
              <a:t>EXEMPLO</a:t>
            </a:r>
          </a:p>
          <a:p>
            <a:r>
              <a:rPr lang="pt-BR" sz="1600" b="0" dirty="0">
                <a:solidFill>
                  <a:schemeClr val="bg1"/>
                </a:solidFill>
              </a:rPr>
              <a:t>Indivíduo que comeu no restaurante “Y”, ou teve contato próximo com algum doente e apresentou diarreia, náuseas ou vômitos no período de DD/MM/AAAA a DD2/MM2/AAAA2.</a:t>
            </a:r>
          </a:p>
        </p:txBody>
      </p:sp>
    </p:spTree>
    <p:extLst>
      <p:ext uri="{BB962C8B-B14F-4D97-AF65-F5344CB8AC3E}">
        <p14:creationId xmlns:p14="http://schemas.microsoft.com/office/powerpoint/2010/main" val="1767404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56A3F3-1ECE-A14A-A3A7-4DD1382E4DBE}"/>
              </a:ext>
            </a:extLst>
          </p:cNvPr>
          <p:cNvSpPr txBox="1"/>
          <p:nvPr/>
        </p:nvSpPr>
        <p:spPr>
          <a:xfrm>
            <a:off x="244419" y="1053455"/>
            <a:ext cx="70456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Realização de busca ativa</a:t>
            </a:r>
            <a:endParaRPr lang="pt-BR" sz="2500" b="1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98A1CA4-2B1F-5AF0-A9A4-F1D291374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526" y="1447444"/>
            <a:ext cx="11389284" cy="880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Quando Realizar?</a:t>
            </a:r>
            <a:b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Realizada em suspeita de contatos ou fontes de transmissão, visa identificar a extensão do surto e a população em risco.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D326E5A-91BC-1C7D-7061-D8E36FC0D1BF}"/>
              </a:ext>
            </a:extLst>
          </p:cNvPr>
          <p:cNvSpPr/>
          <p:nvPr/>
        </p:nvSpPr>
        <p:spPr>
          <a:xfrm>
            <a:off x="303295" y="2411193"/>
            <a:ext cx="5753474" cy="203561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pt-BR" sz="1600" b="1" dirty="0">
                <a:solidFill>
                  <a:schemeClr val="accent4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ESCOPO DA BUSCA ATIVA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1600" i="1" dirty="0">
                <a:solidFill>
                  <a:srgbClr val="002060"/>
                </a:solidFill>
                <a:cs typeface="Calibri" panose="020F0502020204030204" pitchFamily="34" charset="0"/>
              </a:rPr>
              <a:t>Restrito</a:t>
            </a:r>
            <a:r>
              <a:rPr lang="pt-BR" altLang="pt-BR" sz="1600" dirty="0">
                <a:solidFill>
                  <a:srgbClr val="002060"/>
                </a:solidFill>
                <a:cs typeface="Calibri" panose="020F0502020204030204" pitchFamily="34" charset="0"/>
              </a:rPr>
              <a:t>: </a:t>
            </a:r>
            <a:r>
              <a:rPr lang="pt-BR" altLang="pt-BR" sz="1600" dirty="0">
                <a:solidFill>
                  <a:schemeClr val="bg1"/>
                </a:solidFill>
                <a:cs typeface="Calibri" panose="020F0502020204030204" pitchFamily="34" charset="0"/>
              </a:rPr>
              <a:t>Áreas específicas, como domicílios, escolas ou bairros.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1600" i="1" dirty="0">
                <a:solidFill>
                  <a:srgbClr val="002060"/>
                </a:solidFill>
                <a:cs typeface="Calibri" panose="020F0502020204030204" pitchFamily="34" charset="0"/>
              </a:rPr>
              <a:t>Ampliado</a:t>
            </a:r>
            <a:r>
              <a:rPr lang="pt-BR" altLang="pt-BR" sz="1600" dirty="0">
                <a:solidFill>
                  <a:srgbClr val="002060"/>
                </a:solidFill>
                <a:cs typeface="Calibri" panose="020F0502020204030204" pitchFamily="34" charset="0"/>
              </a:rPr>
              <a:t>:</a:t>
            </a:r>
            <a:r>
              <a:rPr lang="pt-BR" altLang="pt-BR" sz="1600" dirty="0">
                <a:solidFill>
                  <a:schemeClr val="bg1"/>
                </a:solidFill>
                <a:cs typeface="Calibri" panose="020F0502020204030204" pitchFamily="34" charset="0"/>
              </a:rPr>
              <a:t> Serviços de saúde (clínicas, hospitais, laboratórios).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1600" i="1" dirty="0">
                <a:solidFill>
                  <a:srgbClr val="002060"/>
                </a:solidFill>
                <a:cs typeface="Calibri" panose="020F0502020204030204" pitchFamily="34" charset="0"/>
              </a:rPr>
              <a:t>Intermunicipal/Interestadual</a:t>
            </a:r>
            <a:r>
              <a:rPr lang="pt-BR" altLang="pt-BR" sz="1600" dirty="0">
                <a:solidFill>
                  <a:srgbClr val="002060"/>
                </a:solidFill>
                <a:cs typeface="Calibri" panose="020F0502020204030204" pitchFamily="34" charset="0"/>
              </a:rPr>
              <a:t>:</a:t>
            </a:r>
            <a:r>
              <a:rPr lang="pt-BR" altLang="pt-BR" sz="1600" dirty="0">
                <a:solidFill>
                  <a:schemeClr val="bg1"/>
                </a:solidFill>
                <a:cs typeface="Calibri" panose="020F0502020204030204" pitchFamily="34" charset="0"/>
              </a:rPr>
              <a:t> Se a transmissão ultrapassa fronteiras locais.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E23211D-F470-B497-927D-7498ECAF1C96}"/>
              </a:ext>
            </a:extLst>
          </p:cNvPr>
          <p:cNvSpPr/>
          <p:nvPr/>
        </p:nvSpPr>
        <p:spPr>
          <a:xfrm>
            <a:off x="6135231" y="2411193"/>
            <a:ext cx="5753474" cy="203561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pt-BR" sz="1600" b="1" dirty="0">
                <a:solidFill>
                  <a:schemeClr val="accent4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TIPOS DE SURTO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1600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Surtos Fechados</a:t>
            </a:r>
            <a:r>
              <a:rPr lang="pt-BR" altLang="pt-BR" sz="1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altLang="pt-BR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Em grupos específicos (escolas, hospitais), onde todos os expostos podem ser identificados.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1600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Surtos Abertos</a:t>
            </a:r>
            <a:r>
              <a:rPr lang="pt-BR" altLang="pt-BR" sz="1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altLang="pt-BR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Difíceis de rastrear, detectados por dados de vigilância.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0AA4A38-A51C-229F-D9EE-47D793C25720}"/>
              </a:ext>
            </a:extLst>
          </p:cNvPr>
          <p:cNvSpPr/>
          <p:nvPr/>
        </p:nvSpPr>
        <p:spPr>
          <a:xfrm>
            <a:off x="303295" y="4530187"/>
            <a:ext cx="5753474" cy="193051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pt-BR" sz="1600" b="1" dirty="0">
                <a:solidFill>
                  <a:schemeClr val="accent4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BUSCA ATIVA vs. BUSCA PASSIVA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1600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Ativa</a:t>
            </a:r>
            <a:r>
              <a:rPr lang="pt-BR" altLang="pt-BR" sz="1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altLang="pt-BR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Identifica casos não notificados, oligossintomáticos ou assintomáticos em grupos de risco (</a:t>
            </a:r>
            <a:r>
              <a:rPr lang="pt-BR" altLang="pt-BR" sz="16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</a:t>
            </a:r>
            <a:r>
              <a:rPr lang="pt-BR" altLang="pt-BR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manipuladores de alimentos).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1600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Passiva</a:t>
            </a:r>
            <a:r>
              <a:rPr lang="pt-BR" altLang="pt-BR" sz="1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altLang="pt-BR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Casos são informados voluntariamente pelos cidadãos.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F035191A-F5A0-CE13-AAB4-7846AB54BC41}"/>
              </a:ext>
            </a:extLst>
          </p:cNvPr>
          <p:cNvSpPr/>
          <p:nvPr/>
        </p:nvSpPr>
        <p:spPr>
          <a:xfrm>
            <a:off x="6135231" y="4530187"/>
            <a:ext cx="5753474" cy="1930512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pt-BR" sz="1600" b="1" dirty="0">
                <a:solidFill>
                  <a:schemeClr val="accent4">
                    <a:lumMod val="40000"/>
                    <a:lumOff val="60000"/>
                  </a:schemeClr>
                </a:solidFill>
                <a:ea typeface="+mn-lt"/>
                <a:cs typeface="+mn-lt"/>
              </a:rPr>
              <a:t>DIREÇÃO TEMPORAL DA BUSCA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1600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Retrospectiva</a:t>
            </a:r>
            <a:r>
              <a:rPr lang="pt-BR" altLang="pt-BR" sz="1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altLang="pt-BR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Examina registros antes do surto.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altLang="pt-BR" sz="1600" i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Prospectiva</a:t>
            </a:r>
            <a:r>
              <a:rPr lang="pt-BR" altLang="pt-BR" sz="16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pt-BR" altLang="pt-BR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Registra casos durante o surto.</a:t>
            </a:r>
          </a:p>
        </p:txBody>
      </p:sp>
    </p:spTree>
    <p:extLst>
      <p:ext uri="{BB962C8B-B14F-4D97-AF65-F5344CB8AC3E}">
        <p14:creationId xmlns:p14="http://schemas.microsoft.com/office/powerpoint/2010/main" val="2365404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56A3F3-1ECE-A14A-A3A7-4DD1382E4DBE}"/>
              </a:ext>
            </a:extLst>
          </p:cNvPr>
          <p:cNvSpPr txBox="1"/>
          <p:nvPr/>
        </p:nvSpPr>
        <p:spPr>
          <a:xfrm>
            <a:off x="244419" y="1053455"/>
            <a:ext cx="70456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Realização de busca ativa</a:t>
            </a:r>
            <a:endParaRPr lang="pt-BR" sz="2500" b="1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017D1FA-44FC-C424-7160-965E340E3F4E}"/>
              </a:ext>
            </a:extLst>
          </p:cNvPr>
          <p:cNvSpPr txBox="1"/>
          <p:nvPr/>
        </p:nvSpPr>
        <p:spPr>
          <a:xfrm>
            <a:off x="279633" y="1576675"/>
            <a:ext cx="11667948" cy="36994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288" lvl="1" indent="-14288" algn="just">
              <a:lnSpc>
                <a:spcPct val="200000"/>
              </a:lnSpc>
            </a:pPr>
            <a:r>
              <a:rPr lang="pt-BR" sz="2000" b="1" dirty="0">
                <a:solidFill>
                  <a:schemeClr val="bg1">
                    <a:lumMod val="50000"/>
                  </a:schemeClr>
                </a:solidFill>
              </a:rPr>
              <a:t>COLETA DE DADOS</a:t>
            </a:r>
          </a:p>
          <a:p>
            <a:pPr marL="342900" lvl="1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b="1" dirty="0"/>
              <a:t>Realização de entrevistas:</a:t>
            </a:r>
          </a:p>
          <a:p>
            <a:pPr marL="800100" lvl="2" indent="-342900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pt-BR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Entrevistar o maior número possível de </a:t>
            </a:r>
            <a:r>
              <a:rPr lang="pt-BR" sz="2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pessoas doentes e não doentes (expostos e não expostos)</a:t>
            </a:r>
            <a:r>
              <a:rPr lang="pt-BR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000" kern="0" dirty="0">
                <a:cs typeface="Times New Roman" panose="02020603050405020304" pitchFamily="18" charset="0"/>
              </a:rPr>
              <a:t>seus familiares (se necessário), profissionais de saúde e responsáveis por estabelecimentos/instituições potencialmente envolvidos no surto.</a:t>
            </a:r>
          </a:p>
          <a:p>
            <a:pPr marL="800100" lvl="2" indent="-342900" algn="just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pt-BR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Auxilia na </a:t>
            </a:r>
            <a:r>
              <a:rPr lang="pt-BR" sz="2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análise dos dados</a:t>
            </a:r>
            <a:r>
              <a:rPr lang="pt-BR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e direcionamento das </a:t>
            </a:r>
            <a:r>
              <a:rPr lang="pt-BR" sz="20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coletas de amostras</a:t>
            </a:r>
            <a:r>
              <a:rPr lang="pt-BR" sz="20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623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56A3F3-1ECE-A14A-A3A7-4DD1382E4DBE}"/>
              </a:ext>
            </a:extLst>
          </p:cNvPr>
          <p:cNvSpPr txBox="1"/>
          <p:nvPr/>
        </p:nvSpPr>
        <p:spPr>
          <a:xfrm>
            <a:off x="244419" y="1053455"/>
            <a:ext cx="70456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Realização de busca ativa</a:t>
            </a:r>
            <a:endParaRPr lang="pt-BR" sz="2500" b="1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017D1FA-44FC-C424-7160-965E340E3F4E}"/>
              </a:ext>
            </a:extLst>
          </p:cNvPr>
          <p:cNvSpPr txBox="1"/>
          <p:nvPr/>
        </p:nvSpPr>
        <p:spPr>
          <a:xfrm>
            <a:off x="244419" y="1576675"/>
            <a:ext cx="11667948" cy="487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3" lvl="1" indent="-17463" algn="just">
              <a:lnSpc>
                <a:spcPct val="150000"/>
              </a:lnSpc>
            </a:pPr>
            <a:r>
              <a:rPr lang="pt-BR" sz="2000" b="1" dirty="0">
                <a:solidFill>
                  <a:schemeClr val="bg1">
                    <a:lumMod val="50000"/>
                  </a:schemeClr>
                </a:solidFill>
              </a:rPr>
              <a:t>COLETA DE DADOS – QUESTÕES CHAVES</a:t>
            </a:r>
          </a:p>
          <a:p>
            <a:pPr marL="0" lvl="1" algn="just">
              <a:lnSpc>
                <a:spcPct val="150000"/>
              </a:lnSpc>
            </a:pPr>
            <a:r>
              <a:rPr lang="pt-BR" b="1" dirty="0"/>
              <a:t>Histórico clínico: </a:t>
            </a:r>
            <a:r>
              <a:rPr lang="pt-BR" kern="0" dirty="0">
                <a:effectLst/>
                <a:ea typeface="Times New Roman" panose="02020603050405020304" pitchFamily="18" charset="0"/>
              </a:rPr>
              <a:t>Qual a evolução do quadro clínico em ordem cronológica? Qual a gravidade da doença? Houve uso de medicamentos? Quais amostras foram coletadas e quais os resultados dos exames?</a:t>
            </a:r>
          </a:p>
          <a:p>
            <a:pPr algn="just">
              <a:lnSpc>
                <a:spcPct val="150000"/>
              </a:lnSpc>
            </a:pPr>
            <a:r>
              <a:rPr lang="pt-BR" b="1" dirty="0"/>
              <a:t>Fonte Suspeita de Transmissão/Contaminação: </a:t>
            </a:r>
            <a:r>
              <a:rPr lang="pt-BR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Qual a possível fonte de transmissão? (alimento ou água contaminados, ambiente, animais, pessoa com infecção prévia, etc.)</a:t>
            </a:r>
          </a:p>
          <a:p>
            <a:pPr marL="0" lvl="1" algn="just">
              <a:lnSpc>
                <a:spcPct val="150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pt-BR" b="1" dirty="0"/>
              <a:t>Histórico de Deslocamento: </a:t>
            </a:r>
            <a:r>
              <a:rPr lang="pt-BR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 indivíduo transitou por locais com surtos declarados recentemente? (considerando o período de incubação da doença suspeita).</a:t>
            </a:r>
            <a:endParaRPr lang="pt-BR" kern="0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>
              <a:lnSpc>
                <a:spcPct val="150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pt-BR" altLang="pt-BR" b="1" kern="0" dirty="0"/>
              <a:t>Exposição à contaminação: </a:t>
            </a:r>
            <a:r>
              <a:rPr lang="pt-BR" altLang="pt-BR" kern="0" dirty="0"/>
              <a:t>Outras pessoas podem ter sido expostas à mesma fonte?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pt-BR" altLang="pt-BR" b="1" kern="0" dirty="0"/>
              <a:t>Distribuição da doença: </a:t>
            </a:r>
            <a:r>
              <a:rPr lang="pt-BR" altLang="pt-BR" kern="0" dirty="0"/>
              <a:t>A doença está restrita a um grupo ou já se espalhou?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93663" algn="l"/>
              </a:tabLst>
            </a:pPr>
            <a:r>
              <a:rPr lang="pt-BR" altLang="pt-BR" b="1" kern="0" dirty="0"/>
              <a:t>Fatores ambientais: </a:t>
            </a:r>
            <a:r>
              <a:rPr lang="pt-BR" altLang="pt-BR" kern="0" dirty="0"/>
              <a:t>Quais condições ambientais (água, resíduos, vetores) estão ligadas ao surto?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b="1" kern="0" dirty="0"/>
              <a:t>Prevenção: </a:t>
            </a:r>
            <a:r>
              <a:rPr lang="pt-BR" altLang="pt-BR" kern="0" dirty="0"/>
              <a:t>Quais medidas podem evitar novos casos? </a:t>
            </a:r>
          </a:p>
        </p:txBody>
      </p:sp>
    </p:spTree>
    <p:extLst>
      <p:ext uri="{BB962C8B-B14F-4D97-AF65-F5344CB8AC3E}">
        <p14:creationId xmlns:p14="http://schemas.microsoft.com/office/powerpoint/2010/main" val="290540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D7A72-A211-78B9-7151-4B8199F7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187CA01-3F4F-9C2C-6697-CE7D6B3526B5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A6BBFA6-74F0-3EB3-51FD-3472BD7E86E6}"/>
              </a:ext>
            </a:extLst>
          </p:cNvPr>
          <p:cNvSpPr txBox="1"/>
          <p:nvPr/>
        </p:nvSpPr>
        <p:spPr>
          <a:xfrm>
            <a:off x="244419" y="1053455"/>
            <a:ext cx="70456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Realização de busca ativa</a:t>
            </a:r>
            <a:endParaRPr lang="pt-BR" sz="2500" b="1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7E37EDCB-D171-0E6D-288D-C1C98AAAC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5" y="2695808"/>
            <a:ext cx="2524085" cy="2524085"/>
          </a:xfrm>
          <a:prstGeom prst="rect">
            <a:avLst/>
          </a:prstGeom>
        </p:spPr>
      </p:pic>
      <p:pic>
        <p:nvPicPr>
          <p:cNvPr id="8" name="Imagem 7" descr="Ícone&#10;&#10;O conteúdo gerado por IA pode estar incorreto.">
            <a:extLst>
              <a:ext uri="{FF2B5EF4-FFF2-40B4-BE49-F238E27FC236}">
                <a16:creationId xmlns:a16="http://schemas.microsoft.com/office/drawing/2014/main" id="{BAA2A867-BD99-A7FE-1ED3-EBFC4D88B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954" y="2429805"/>
            <a:ext cx="3056092" cy="3056092"/>
          </a:xfrm>
          <a:prstGeom prst="rect">
            <a:avLst/>
          </a:prstGeom>
        </p:spPr>
      </p:pic>
      <p:pic>
        <p:nvPicPr>
          <p:cNvPr id="10" name="Imagem 9" descr="Ícone&#10;&#10;O conteúdo gerado por IA pode estar incorreto.">
            <a:extLst>
              <a:ext uri="{FF2B5EF4-FFF2-40B4-BE49-F238E27FC236}">
                <a16:creationId xmlns:a16="http://schemas.microsoft.com/office/drawing/2014/main" id="{598B4509-AA9B-D416-30BF-47B221876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2440" y="2167128"/>
            <a:ext cx="2885984" cy="28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6674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56A3F3-1ECE-A14A-A3A7-4DD1382E4DBE}"/>
              </a:ext>
            </a:extLst>
          </p:cNvPr>
          <p:cNvSpPr txBox="1"/>
          <p:nvPr/>
        </p:nvSpPr>
        <p:spPr>
          <a:xfrm>
            <a:off x="244419" y="1333286"/>
            <a:ext cx="962020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Formulário 1 – Inquérito Coletivo de Surto de DTHA (Apêndice E):</a:t>
            </a:r>
            <a:r>
              <a:rPr lang="pt-BR" sz="2000" dirty="0">
                <a:solidFill>
                  <a:srgbClr val="002060"/>
                </a:solidFill>
              </a:rPr>
              <a:t> </a:t>
            </a:r>
            <a:endParaRPr lang="pt-BR" sz="2800" dirty="0">
              <a:solidFill>
                <a:srgbClr val="002060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8C5C51B-7BDF-9F97-7EA8-92FE8965AFED}"/>
              </a:ext>
            </a:extLst>
          </p:cNvPr>
          <p:cNvSpPr txBox="1"/>
          <p:nvPr/>
        </p:nvSpPr>
        <p:spPr>
          <a:xfrm>
            <a:off x="244418" y="2136338"/>
            <a:ext cx="11619335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dirty="0"/>
              <a:t>Este instrumento reúne os principais </a:t>
            </a:r>
            <a:r>
              <a:rPr lang="pt-BR" sz="2000" b="1" dirty="0"/>
              <a:t>dados sobre a condição clínica, período de incubação, alimentos consumidos, exames e evolução dos casos em surtos de DTHA.</a:t>
            </a:r>
          </a:p>
          <a:p>
            <a:pPr>
              <a:lnSpc>
                <a:spcPct val="150000"/>
              </a:lnSpc>
            </a:pPr>
            <a:r>
              <a:rPr lang="pt-BR" sz="2000" dirty="0"/>
              <a:t>Ele tem duas partes:</a:t>
            </a:r>
          </a:p>
          <a:p>
            <a:pPr marL="363538" indent="-187325">
              <a:lnSpc>
                <a:spcPct val="150000"/>
              </a:lnSpc>
              <a:buFont typeface="+mj-lt"/>
              <a:buAutoNum type="arabicPeriod"/>
            </a:pPr>
            <a:r>
              <a:rPr lang="pt-BR" sz="2000" b="1" dirty="0"/>
              <a:t>Principal</a:t>
            </a:r>
            <a:r>
              <a:rPr lang="pt-BR" sz="2000" dirty="0"/>
              <a:t>: Contém informações essenciais para caracterizar o surto e identificar o alimento ou refeição causadora.</a:t>
            </a:r>
          </a:p>
          <a:p>
            <a:pPr marL="363538" indent="-187325">
              <a:lnSpc>
                <a:spcPct val="150000"/>
              </a:lnSpc>
              <a:buFont typeface="+mj-lt"/>
              <a:buAutoNum type="arabicPeriod"/>
            </a:pPr>
            <a:r>
              <a:rPr lang="pt-BR" sz="2000" b="1" dirty="0"/>
              <a:t>Complementação</a:t>
            </a:r>
            <a:r>
              <a:rPr lang="pt-BR" sz="2000" dirty="0"/>
              <a:t>: Opcional, com dados que auxiliam no acompanhamento da investigação.</a:t>
            </a:r>
          </a:p>
          <a:p>
            <a:pPr>
              <a:lnSpc>
                <a:spcPct val="150000"/>
              </a:lnSpc>
            </a:pPr>
            <a:r>
              <a:rPr lang="pt-BR" sz="2000" dirty="0"/>
              <a:t>O inquérito pode ser complementado com outras informações específicas, mas os dados incluídos são fundamentais para investigar o surto.</a:t>
            </a:r>
          </a:p>
        </p:txBody>
      </p:sp>
    </p:spTree>
    <p:extLst>
      <p:ext uri="{BB962C8B-B14F-4D97-AF65-F5344CB8AC3E}">
        <p14:creationId xmlns:p14="http://schemas.microsoft.com/office/powerpoint/2010/main" val="1555838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6A304E7-AEAB-A938-68B4-F1E5B599B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531" y="1530509"/>
            <a:ext cx="8456938" cy="519414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93B085A-5B83-A6ED-0633-6D96143D0AB4}"/>
              </a:ext>
            </a:extLst>
          </p:cNvPr>
          <p:cNvSpPr txBox="1"/>
          <p:nvPr/>
        </p:nvSpPr>
        <p:spPr>
          <a:xfrm>
            <a:off x="244419" y="1007289"/>
            <a:ext cx="962020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Formulário 1 – Inquérito Coletivo de Surto de DTHA (Apêndice E):</a:t>
            </a:r>
            <a:r>
              <a:rPr lang="pt-BR" sz="2000" dirty="0">
                <a:solidFill>
                  <a:srgbClr val="002060"/>
                </a:solidFill>
              </a:rPr>
              <a:t> </a:t>
            </a:r>
            <a:endParaRPr lang="pt-BR" sz="2800" dirty="0">
              <a:solidFill>
                <a:srgbClr val="002060"/>
              </a:solidFill>
            </a:endParaRP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596E3D8-43B5-406A-6B54-838D449183E8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B1F38959-3D91-18D1-8054-30D659466C29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06DBDBC7-D8B6-546D-0BA4-38AEAB19A9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024" t="20710" r="2330" b="59632"/>
            <a:stretch/>
          </p:blipFill>
          <p:spPr>
            <a:xfrm>
              <a:off x="107132" y="2673036"/>
              <a:ext cx="11977735" cy="151192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C00000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</p:spTree>
    <p:extLst>
      <p:ext uri="{BB962C8B-B14F-4D97-AF65-F5344CB8AC3E}">
        <p14:creationId xmlns:p14="http://schemas.microsoft.com/office/powerpoint/2010/main" val="3821667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93B085A-5B83-A6ED-0633-6D96143D0AB4}"/>
              </a:ext>
            </a:extLst>
          </p:cNvPr>
          <p:cNvSpPr txBox="1"/>
          <p:nvPr/>
        </p:nvSpPr>
        <p:spPr>
          <a:xfrm>
            <a:off x="244419" y="1007289"/>
            <a:ext cx="962020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Formulário 1 – Inquérito Coletivo de Surto de DTHA (Apêndice E):</a:t>
            </a:r>
            <a:r>
              <a:rPr lang="pt-BR" sz="2000" dirty="0">
                <a:solidFill>
                  <a:srgbClr val="002060"/>
                </a:solidFill>
              </a:rPr>
              <a:t> </a:t>
            </a:r>
            <a:endParaRPr lang="pt-BR" sz="2800" dirty="0">
              <a:solidFill>
                <a:srgbClr val="002060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55D9533-E5BD-50DD-9D65-B27740F3B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131" y="1484343"/>
            <a:ext cx="8633737" cy="500922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D416BDF-5628-29C9-7DAF-328B17857169}"/>
              </a:ext>
            </a:extLst>
          </p:cNvPr>
          <p:cNvSpPr txBox="1"/>
          <p:nvPr/>
        </p:nvSpPr>
        <p:spPr>
          <a:xfrm>
            <a:off x="1779131" y="6425859"/>
            <a:ext cx="160858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Fonte SVS/MS.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6089B4E1-4A1D-358B-65EB-CA9796C26AB6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2F387370-9FA9-5F28-31E8-29144198398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3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3270DCE9-082C-3279-EF64-4AF5C5281E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225" t="20760" r="1650" b="58698"/>
            <a:stretch/>
          </p:blipFill>
          <p:spPr>
            <a:xfrm>
              <a:off x="36213" y="2677654"/>
              <a:ext cx="12119572" cy="150269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C00000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</p:spTree>
    <p:extLst>
      <p:ext uri="{BB962C8B-B14F-4D97-AF65-F5344CB8AC3E}">
        <p14:creationId xmlns:p14="http://schemas.microsoft.com/office/powerpoint/2010/main" val="3055277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93B085A-5B83-A6ED-0633-6D96143D0AB4}"/>
              </a:ext>
            </a:extLst>
          </p:cNvPr>
          <p:cNvSpPr txBox="1"/>
          <p:nvPr/>
        </p:nvSpPr>
        <p:spPr>
          <a:xfrm>
            <a:off x="244419" y="1007289"/>
            <a:ext cx="1207900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Formulário 2 – Ficha de Identificação de Refeição/Alimento Suspeito (Apêndice F):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6D3D4AF-7BCC-E10E-2996-2DE9F212EDCE}"/>
              </a:ext>
            </a:extLst>
          </p:cNvPr>
          <p:cNvSpPr txBox="1"/>
          <p:nvPr/>
        </p:nvSpPr>
        <p:spPr>
          <a:xfrm>
            <a:off x="315640" y="2714189"/>
            <a:ext cx="11560719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Este instrumento permite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listar os alimentos ou refeições consumidos em comum 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pelos comensais antes dos primeiros sintomas.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Ele ajuda a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contabilizar quem adoeceu ou permaneceu saudável após consumir certos alimentos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facilitando a </a:t>
            </a:r>
            <a:r>
              <a:rPr kumimoji="0" lang="pt-BR" altLang="pt-B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análise das associações entre a exposição e o risco de adoecimento</a:t>
            </a:r>
            <a:r>
              <a:rPr kumimoji="0" lang="pt-BR" altLang="pt-B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41240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93B085A-5B83-A6ED-0633-6D96143D0AB4}"/>
              </a:ext>
            </a:extLst>
          </p:cNvPr>
          <p:cNvSpPr txBox="1"/>
          <p:nvPr/>
        </p:nvSpPr>
        <p:spPr>
          <a:xfrm>
            <a:off x="244419" y="1007289"/>
            <a:ext cx="1144144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Formulário 2 – Ficha de Identificação de Refeição/Alimento Suspeito (Apêndice F):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A49BA70-CF03-9C2C-1B15-B8EFD86ED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1981200"/>
            <a:ext cx="10172700" cy="28956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937CBE48-CA12-C353-0E3F-885D3C3A9D19}"/>
              </a:ext>
            </a:extLst>
          </p:cNvPr>
          <p:cNvSpPr txBox="1"/>
          <p:nvPr/>
        </p:nvSpPr>
        <p:spPr>
          <a:xfrm>
            <a:off x="1009650" y="4876800"/>
            <a:ext cx="101727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Fonte: SVS/MS. </a:t>
            </a:r>
          </a:p>
          <a:p>
            <a:endParaRPr lang="pt-BR" sz="1200" dirty="0"/>
          </a:p>
          <a:p>
            <a:r>
              <a:rPr lang="pt-BR" sz="1200" b="1" dirty="0"/>
              <a:t>Legenda: </a:t>
            </a:r>
          </a:p>
          <a:p>
            <a:r>
              <a:rPr lang="pt-BR" sz="1200" dirty="0"/>
              <a:t>RR: risco relativo. </a:t>
            </a:r>
          </a:p>
          <a:p>
            <a:r>
              <a:rPr lang="pt-BR" sz="1200" dirty="0"/>
              <a:t>RA: risco atribuível. </a:t>
            </a:r>
          </a:p>
          <a:p>
            <a:r>
              <a:rPr lang="pt-BR" sz="1200" dirty="0"/>
              <a:t>TA: taxa de ataque. </a:t>
            </a:r>
          </a:p>
          <a:p>
            <a:endParaRPr lang="pt-BR" sz="1200" dirty="0"/>
          </a:p>
          <a:p>
            <a:r>
              <a:rPr lang="pt-BR" sz="1200" dirty="0"/>
              <a:t>Observação: essa ficha deverá ser preenchida a partir dos dados do inquérito coletivo de surto de doenças de transmissão hídrica e alimentar (DTHA), de cada refeição/alimento suspeito</a:t>
            </a:r>
          </a:p>
        </p:txBody>
      </p:sp>
    </p:spTree>
    <p:extLst>
      <p:ext uri="{BB962C8B-B14F-4D97-AF65-F5344CB8AC3E}">
        <p14:creationId xmlns:p14="http://schemas.microsoft.com/office/powerpoint/2010/main" val="7791529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21C72E5-2001-F664-762B-6DB677C4A152}"/>
              </a:ext>
            </a:extLst>
          </p:cNvPr>
          <p:cNvSpPr txBox="1"/>
          <p:nvPr/>
        </p:nvSpPr>
        <p:spPr>
          <a:xfrm>
            <a:off x="244419" y="1053455"/>
            <a:ext cx="70456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Realização de busca ativa</a:t>
            </a:r>
            <a:endParaRPr lang="pt-BR" sz="2500" b="1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A3CCCC9-90ED-AD8F-27FF-209AD8C69C65}"/>
              </a:ext>
            </a:extLst>
          </p:cNvPr>
          <p:cNvSpPr txBox="1"/>
          <p:nvPr/>
        </p:nvSpPr>
        <p:spPr>
          <a:xfrm>
            <a:off x="262026" y="1641799"/>
            <a:ext cx="11667948" cy="4776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50000"/>
              </a:lnSpc>
            </a:pPr>
            <a:r>
              <a:rPr lang="pt-BR" sz="2000" b="1" kern="0" dirty="0">
                <a:solidFill>
                  <a:schemeClr val="bg1">
                    <a:lumMod val="50000"/>
                  </a:schemeClr>
                </a:solidFill>
              </a:rPr>
              <a:t>COLETA DE AMOSTRAS</a:t>
            </a:r>
          </a:p>
          <a:p>
            <a:pPr>
              <a:lnSpc>
                <a:spcPct val="200000"/>
              </a:lnSpc>
            </a:pPr>
            <a:r>
              <a:rPr lang="pt-BR" sz="2000" dirty="0"/>
              <a:t>A coleta de amostras busca </a:t>
            </a:r>
            <a:r>
              <a:rPr lang="pt-BR" sz="2000" b="1" dirty="0"/>
              <a:t>identificar o agente causador do surto</a:t>
            </a:r>
            <a:r>
              <a:rPr lang="pt-BR" sz="2000" dirty="0"/>
              <a:t>. Deve ser feita </a:t>
            </a:r>
            <a:r>
              <a:rPr lang="pt-BR" sz="2000" b="1" dirty="0"/>
              <a:t>antes do uso de antibióticos</a:t>
            </a:r>
            <a:r>
              <a:rPr lang="pt-BR" sz="2000" dirty="0"/>
              <a:t> e </a:t>
            </a:r>
            <a:r>
              <a:rPr lang="pt-BR" sz="2000" b="1" dirty="0"/>
              <a:t>incluir alimentos e água suspeitos</a:t>
            </a:r>
            <a:r>
              <a:rPr lang="pt-BR" sz="2000" dirty="0"/>
              <a:t>, se ainda disponíveis.</a:t>
            </a:r>
          </a:p>
          <a:p>
            <a:pPr>
              <a:lnSpc>
                <a:spcPct val="200000"/>
              </a:lnSpc>
            </a:pPr>
            <a:r>
              <a:rPr lang="pt-BR" sz="2000" b="1" dirty="0"/>
              <a:t>Amostras Clínicas</a:t>
            </a:r>
            <a:r>
              <a:rPr lang="pt-BR" sz="2000" dirty="0"/>
              <a:t>: Coletar fezes até 5 dias após o início dos sintomas, dando preferência ao início da diarreia. Realizar 2 coletas em coletor universal (1/3) e 1 coleta com </a:t>
            </a:r>
            <a:r>
              <a:rPr lang="pt-BR" sz="2000" dirty="0" err="1"/>
              <a:t>cary-blair</a:t>
            </a:r>
            <a:r>
              <a:rPr lang="pt-BR" sz="2000" dirty="0"/>
              <a:t>.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b="1" dirty="0"/>
              <a:t>Surtos com até 10 casos</a:t>
            </a:r>
            <a:r>
              <a:rPr lang="pt-BR" sz="2000" dirty="0"/>
              <a:t>: Coletar amostras de todos os doentes.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b="1" dirty="0"/>
              <a:t>Surtos com mais de 10 casos</a:t>
            </a:r>
            <a:r>
              <a:rPr lang="pt-BR" sz="2000" dirty="0"/>
              <a:t>: Coletar amostras de 20% dos doentes, no máximo 10 amostras.</a:t>
            </a:r>
          </a:p>
          <a:p>
            <a:pPr>
              <a:lnSpc>
                <a:spcPct val="200000"/>
              </a:lnSpc>
            </a:pPr>
            <a:r>
              <a:rPr lang="pt-BR" sz="2000" dirty="0"/>
              <a:t>Também coletar amostras de manipuladores de alimentos, mesmo se assintomáticos.</a:t>
            </a:r>
          </a:p>
        </p:txBody>
      </p:sp>
    </p:spTree>
    <p:extLst>
      <p:ext uri="{BB962C8B-B14F-4D97-AF65-F5344CB8AC3E}">
        <p14:creationId xmlns:p14="http://schemas.microsoft.com/office/powerpoint/2010/main" val="879101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21C72E5-2001-F664-762B-6DB677C4A152}"/>
              </a:ext>
            </a:extLst>
          </p:cNvPr>
          <p:cNvSpPr txBox="1"/>
          <p:nvPr/>
        </p:nvSpPr>
        <p:spPr>
          <a:xfrm>
            <a:off x="244419" y="1053455"/>
            <a:ext cx="70456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Realização de busca ativa</a:t>
            </a:r>
            <a:endParaRPr lang="pt-BR" sz="2500" b="1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A3CCCC9-90ED-AD8F-27FF-209AD8C69C65}"/>
              </a:ext>
            </a:extLst>
          </p:cNvPr>
          <p:cNvSpPr txBox="1"/>
          <p:nvPr/>
        </p:nvSpPr>
        <p:spPr>
          <a:xfrm>
            <a:off x="262026" y="1643406"/>
            <a:ext cx="11667948" cy="4161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50000"/>
              </a:lnSpc>
            </a:pPr>
            <a:r>
              <a:rPr lang="pt-BR" sz="2000" b="1" kern="0" dirty="0">
                <a:solidFill>
                  <a:schemeClr val="bg1">
                    <a:lumMod val="50000"/>
                  </a:schemeClr>
                </a:solidFill>
              </a:rPr>
              <a:t>COLETA DE AMOSTRAS</a:t>
            </a:r>
          </a:p>
          <a:p>
            <a:pPr marL="0" lvl="1" algn="just">
              <a:lnSpc>
                <a:spcPct val="200000"/>
              </a:lnSpc>
            </a:pPr>
            <a:r>
              <a:rPr lang="pt-BR" sz="2000" b="1" kern="0" dirty="0"/>
              <a:t>Amostras Bromatológicas e Ambientais:</a:t>
            </a:r>
            <a:r>
              <a:rPr lang="pt-BR" sz="2000" b="1" dirty="0"/>
              <a:t>	</a:t>
            </a:r>
          </a:p>
          <a:p>
            <a:pPr marL="363538" indent="-18732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b="1" dirty="0"/>
              <a:t>Relacionar os casos com o consumo de certos alimentos </a:t>
            </a:r>
            <a:r>
              <a:rPr lang="pt-BR" sz="2000" dirty="0"/>
              <a:t>- Planilha de Acompanhamento de Surto e o Inquérito Coletivo de DTHA.</a:t>
            </a:r>
          </a:p>
          <a:p>
            <a:pPr marL="363538" indent="-18732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Avalie o </a:t>
            </a:r>
            <a:r>
              <a:rPr lang="pt-BR" sz="2000" b="1" dirty="0"/>
              <a:t>RR</a:t>
            </a:r>
            <a:r>
              <a:rPr lang="pt-BR" sz="2000" dirty="0"/>
              <a:t> (Risco Relativo) e o </a:t>
            </a:r>
            <a:r>
              <a:rPr lang="pt-BR" sz="2000" b="1" dirty="0"/>
              <a:t>RA</a:t>
            </a:r>
            <a:r>
              <a:rPr lang="pt-BR" sz="2000" dirty="0"/>
              <a:t> (Risco Atribuível) para verificar a </a:t>
            </a:r>
            <a:r>
              <a:rPr lang="pt-BR" sz="2000" b="1" dirty="0"/>
              <a:t>associação do alimento com o surto</a:t>
            </a:r>
            <a:r>
              <a:rPr lang="pt-BR" sz="2000" dirty="0"/>
              <a:t>. Se necessário, revise os sintomas e o </a:t>
            </a:r>
            <a:r>
              <a:rPr lang="pt-BR" sz="2000" b="1" dirty="0"/>
              <a:t>período de incubação </a:t>
            </a:r>
            <a:r>
              <a:rPr lang="pt-BR" sz="2000" dirty="0"/>
              <a:t>para formular hipóteses sobre o agente causador.</a:t>
            </a:r>
          </a:p>
          <a:p>
            <a:pPr marL="363538" indent="-18732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A coleta de amostras deve ser feita em conjunto com a vigilância sanitária.</a:t>
            </a:r>
          </a:p>
        </p:txBody>
      </p:sp>
    </p:spTree>
    <p:extLst>
      <p:ext uri="{BB962C8B-B14F-4D97-AF65-F5344CB8AC3E}">
        <p14:creationId xmlns:p14="http://schemas.microsoft.com/office/powerpoint/2010/main" val="3153984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21C72E5-2001-F664-762B-6DB677C4A152}"/>
              </a:ext>
            </a:extLst>
          </p:cNvPr>
          <p:cNvSpPr txBox="1"/>
          <p:nvPr/>
        </p:nvSpPr>
        <p:spPr>
          <a:xfrm>
            <a:off x="244419" y="1053455"/>
            <a:ext cx="70456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Realização de busca ativa</a:t>
            </a:r>
            <a:endParaRPr lang="pt-BR" sz="2500" b="1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A3CCCC9-90ED-AD8F-27FF-209AD8C69C65}"/>
              </a:ext>
            </a:extLst>
          </p:cNvPr>
          <p:cNvSpPr txBox="1"/>
          <p:nvPr/>
        </p:nvSpPr>
        <p:spPr>
          <a:xfrm>
            <a:off x="256142" y="1576675"/>
            <a:ext cx="11730682" cy="4776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50000"/>
              </a:lnSpc>
            </a:pPr>
            <a:r>
              <a:rPr lang="pt-BR" sz="2000" b="1" kern="0" dirty="0">
                <a:solidFill>
                  <a:schemeClr val="bg1">
                    <a:lumMod val="50000"/>
                  </a:schemeClr>
                </a:solidFill>
              </a:rPr>
              <a:t>COLETA DE AMOSTRAS</a:t>
            </a:r>
          </a:p>
          <a:p>
            <a:pPr marL="0" lvl="1" algn="just">
              <a:lnSpc>
                <a:spcPct val="200000"/>
              </a:lnSpc>
            </a:pPr>
            <a:r>
              <a:rPr lang="pt-BR" sz="2000" b="1" dirty="0"/>
              <a:t>Amostras Bromatológicas e Ambientais - Transmissão Hídrica:</a:t>
            </a:r>
            <a:r>
              <a:rPr lang="pt-BR" sz="2000" b="1" dirty="0">
                <a:solidFill>
                  <a:srgbClr val="0D0D0D"/>
                </a:solidFill>
              </a:rPr>
              <a:t>	</a:t>
            </a:r>
          </a:p>
          <a:p>
            <a:pPr marL="363538" indent="-18732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Equipe de vigilância da qualidade da água devem coletar amostras. Além de analisar parâmetros básicos como turbidez, desinfetante residual e </a:t>
            </a:r>
            <a:r>
              <a:rPr lang="pt-BR" sz="2000" b="1" i="1" dirty="0"/>
              <a:t>Escherichia coli</a:t>
            </a:r>
            <a:r>
              <a:rPr lang="pt-BR" sz="2000" dirty="0"/>
              <a:t>, é preciso investigar </a:t>
            </a:r>
            <a:r>
              <a:rPr lang="pt-BR" sz="2000" b="1" dirty="0"/>
              <a:t>agentes patogênicos (bactérias, toxinas, vírus e parasitas), metais pesados e substâncias químicas</a:t>
            </a:r>
            <a:r>
              <a:rPr lang="pt-BR" sz="2000" dirty="0"/>
              <a:t>, conforme a investigação epidemiológica.</a:t>
            </a:r>
          </a:p>
          <a:p>
            <a:pPr marL="363538" indent="-18732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Avaliar o sistema de abastecimento de água, verificando </a:t>
            </a:r>
            <a:r>
              <a:rPr lang="pt-BR" sz="2000" b="1" dirty="0"/>
              <a:t>se há tratamento, as condições dos reservatórios, pontos de consumo, filtros, bebedouros e tambores</a:t>
            </a:r>
            <a:r>
              <a:rPr lang="pt-BR" sz="2000" dirty="0"/>
              <a:t>, incluindo a </a:t>
            </a:r>
            <a:r>
              <a:rPr lang="pt-BR" sz="2000" b="1" dirty="0"/>
              <a:t>integridade das vedações e possíveis infiltrações ou vazamentos.</a:t>
            </a:r>
          </a:p>
        </p:txBody>
      </p:sp>
    </p:spTree>
    <p:extLst>
      <p:ext uri="{BB962C8B-B14F-4D97-AF65-F5344CB8AC3E}">
        <p14:creationId xmlns:p14="http://schemas.microsoft.com/office/powerpoint/2010/main" val="62605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21C72E5-2001-F664-762B-6DB677C4A152}"/>
              </a:ext>
            </a:extLst>
          </p:cNvPr>
          <p:cNvSpPr txBox="1"/>
          <p:nvPr/>
        </p:nvSpPr>
        <p:spPr>
          <a:xfrm>
            <a:off x="244419" y="1053455"/>
            <a:ext cx="704561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Realização de busca ativa</a:t>
            </a:r>
            <a:endParaRPr lang="pt-BR" sz="2500" b="1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A3CCCC9-90ED-AD8F-27FF-209AD8C69C65}"/>
              </a:ext>
            </a:extLst>
          </p:cNvPr>
          <p:cNvSpPr txBox="1"/>
          <p:nvPr/>
        </p:nvSpPr>
        <p:spPr>
          <a:xfrm>
            <a:off x="262026" y="1790859"/>
            <a:ext cx="11667948" cy="40072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50000"/>
              </a:lnSpc>
            </a:pPr>
            <a:r>
              <a:rPr lang="pt-BR" sz="2000" b="1" kern="0" dirty="0">
                <a:solidFill>
                  <a:schemeClr val="bg1">
                    <a:lumMod val="50000"/>
                  </a:schemeClr>
                </a:solidFill>
              </a:rPr>
              <a:t>COLETA DE AMOSTRAS</a:t>
            </a:r>
          </a:p>
          <a:p>
            <a:pPr>
              <a:lnSpc>
                <a:spcPct val="150000"/>
              </a:lnSpc>
            </a:pPr>
            <a:r>
              <a:rPr lang="pt-BR" sz="2000" b="1" dirty="0"/>
              <a:t>Amostras Bromatológicas e Ambientais - Irrigação e Ambiente:</a:t>
            </a:r>
            <a:endParaRPr lang="pt-BR" sz="2000" dirty="0"/>
          </a:p>
          <a:p>
            <a:pPr marL="363538" indent="-18732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É importante investigar a </a:t>
            </a:r>
            <a:r>
              <a:rPr lang="pt-BR" sz="2000" b="1" dirty="0"/>
              <a:t>água usada na irrigação de alimentos</a:t>
            </a:r>
            <a:r>
              <a:rPr lang="pt-BR" sz="2000" dirty="0"/>
              <a:t>, como hortaliças e frutas, que pode estar contaminada. Se houver suspeita, deve ser feita uma análise laboratorial.</a:t>
            </a:r>
          </a:p>
          <a:p>
            <a:pPr marL="363538" indent="-187325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Em surtos como </a:t>
            </a:r>
            <a:r>
              <a:rPr lang="pt-BR" sz="2000" b="1" dirty="0"/>
              <a:t>toxoplasmose</a:t>
            </a:r>
            <a:r>
              <a:rPr lang="pt-BR" sz="2000" dirty="0"/>
              <a:t>, </a:t>
            </a:r>
            <a:r>
              <a:rPr lang="pt-BR" sz="2000" b="1" dirty="0"/>
              <a:t>amostras de solo, areia ou grama </a:t>
            </a:r>
            <a:r>
              <a:rPr lang="pt-BR" sz="2000" dirty="0"/>
              <a:t>podem ajudar a esclarecer e encerrar o caso. Se houver suspeita de </a:t>
            </a:r>
            <a:r>
              <a:rPr lang="pt-BR" sz="2000" b="1" dirty="0"/>
              <a:t>substâncias químicas no ambiente</a:t>
            </a:r>
            <a:r>
              <a:rPr lang="pt-BR" sz="2000" dirty="0"/>
              <a:t>, a coleta e análise dessas amostras podem direcionar a investigação.</a:t>
            </a:r>
          </a:p>
        </p:txBody>
      </p:sp>
    </p:spTree>
    <p:extLst>
      <p:ext uri="{BB962C8B-B14F-4D97-AF65-F5344CB8AC3E}">
        <p14:creationId xmlns:p14="http://schemas.microsoft.com/office/powerpoint/2010/main" val="3484927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56A3F3-1ECE-A14A-A3A7-4DD1382E4DBE}"/>
              </a:ext>
            </a:extLst>
          </p:cNvPr>
          <p:cNvSpPr txBox="1"/>
          <p:nvPr/>
        </p:nvSpPr>
        <p:spPr>
          <a:xfrm>
            <a:off x="244419" y="1053455"/>
            <a:ext cx="75573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Análise de dados</a:t>
            </a:r>
            <a:endParaRPr lang="pt-BR" sz="2500" b="1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CE0E027-68B3-CA62-E9F4-246406FA78A2}"/>
              </a:ext>
            </a:extLst>
          </p:cNvPr>
          <p:cNvSpPr txBox="1"/>
          <p:nvPr/>
        </p:nvSpPr>
        <p:spPr>
          <a:xfrm>
            <a:off x="244419" y="2355972"/>
            <a:ext cx="11634072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50000"/>
              </a:lnSpc>
              <a:tabLst>
                <a:tab pos="539750" algn="l"/>
              </a:tabLst>
            </a:pPr>
            <a:r>
              <a:rPr lang="pt-BR" sz="2000" b="1" dirty="0">
                <a:solidFill>
                  <a:schemeClr val="bg1">
                    <a:lumMod val="50000"/>
                  </a:schemeClr>
                </a:solidFill>
              </a:rPr>
              <a:t>TAXA DE ATAQUE (TA): </a:t>
            </a:r>
            <a:r>
              <a:rPr lang="pt-BR" dirty="0"/>
              <a:t>os expostos (consumiram) e não expostos (não consumiram), para cada refeição/alimento.</a:t>
            </a:r>
            <a:endParaRPr lang="pt-BR" sz="1800" dirty="0">
              <a:solidFill>
                <a:srgbClr val="0D0D0D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68D921F-F17D-C54C-81AF-3B69981E6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037" y="3641561"/>
            <a:ext cx="5153340" cy="108149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A42935F-A073-A3F0-34AC-99083B9B3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665" y="3641561"/>
            <a:ext cx="5697038" cy="108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0344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A49BA70-CF03-9C2C-1B15-B8EFD86ED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1348153"/>
            <a:ext cx="10172700" cy="28956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937CBE48-CA12-C353-0E3F-885D3C3A9D19}"/>
              </a:ext>
            </a:extLst>
          </p:cNvPr>
          <p:cNvSpPr txBox="1"/>
          <p:nvPr/>
        </p:nvSpPr>
        <p:spPr>
          <a:xfrm>
            <a:off x="1009650" y="4632684"/>
            <a:ext cx="101727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Fonte: SVS/MS. </a:t>
            </a:r>
          </a:p>
          <a:p>
            <a:endParaRPr lang="pt-BR" sz="1200" dirty="0"/>
          </a:p>
          <a:p>
            <a:r>
              <a:rPr lang="pt-BR" sz="1200" b="1" dirty="0"/>
              <a:t>Legenda: </a:t>
            </a:r>
          </a:p>
          <a:p>
            <a:r>
              <a:rPr lang="pt-BR" sz="1200" dirty="0"/>
              <a:t>RR: risco relativo. </a:t>
            </a:r>
          </a:p>
          <a:p>
            <a:r>
              <a:rPr lang="pt-BR" sz="1200" dirty="0"/>
              <a:t>RA: risco atribuível. </a:t>
            </a:r>
          </a:p>
          <a:p>
            <a:r>
              <a:rPr lang="pt-BR" sz="1200" dirty="0"/>
              <a:t>TA: taxa de ataque. </a:t>
            </a:r>
          </a:p>
          <a:p>
            <a:endParaRPr lang="pt-BR" sz="1200" dirty="0"/>
          </a:p>
          <a:p>
            <a:r>
              <a:rPr lang="pt-BR" sz="1200" dirty="0"/>
              <a:t>Observação: essa ficha deverá ser preenchida a partir dos dados do inquérito coletivo de surto de doenças de transmissão hídrica e alimentar (DTHA), de cada refeição/alimento suspeito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E3C1DAB-A046-8B30-878E-D7D9F3F913F0}"/>
              </a:ext>
            </a:extLst>
          </p:cNvPr>
          <p:cNvSpPr txBox="1"/>
          <p:nvPr/>
        </p:nvSpPr>
        <p:spPr>
          <a:xfrm>
            <a:off x="3223847" y="2485292"/>
            <a:ext cx="340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</a:t>
            </a:r>
            <a:endParaRPr lang="pt-BR" sz="2000" dirty="0">
              <a:solidFill>
                <a:srgbClr val="C00000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87623A7-4A78-EFD2-2927-A678BFF36B85}"/>
              </a:ext>
            </a:extLst>
          </p:cNvPr>
          <p:cNvSpPr txBox="1"/>
          <p:nvPr/>
        </p:nvSpPr>
        <p:spPr>
          <a:xfrm>
            <a:off x="4103078" y="2485292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72B12C8-B7F0-67BC-9B02-53A8F8BB1A17}"/>
              </a:ext>
            </a:extLst>
          </p:cNvPr>
          <p:cNvSpPr txBox="1"/>
          <p:nvPr/>
        </p:nvSpPr>
        <p:spPr>
          <a:xfrm>
            <a:off x="4771293" y="2485292"/>
            <a:ext cx="601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A+B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B76972D-6C36-5E76-D2DB-12C7289BF694}"/>
              </a:ext>
            </a:extLst>
          </p:cNvPr>
          <p:cNvSpPr txBox="1"/>
          <p:nvPr/>
        </p:nvSpPr>
        <p:spPr>
          <a:xfrm>
            <a:off x="6295525" y="2485292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</a:t>
            </a:r>
            <a:endParaRPr lang="pt-BR" sz="2000" dirty="0">
              <a:solidFill>
                <a:srgbClr val="002060"/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F1CA6FE-C7E8-32D0-BDC2-990C38C38F4C}"/>
              </a:ext>
            </a:extLst>
          </p:cNvPr>
          <p:cNvSpPr txBox="1"/>
          <p:nvPr/>
        </p:nvSpPr>
        <p:spPr>
          <a:xfrm>
            <a:off x="7181036" y="2485292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11951DD-3661-EDA5-FF2F-12347482ED70}"/>
              </a:ext>
            </a:extLst>
          </p:cNvPr>
          <p:cNvSpPr txBox="1"/>
          <p:nvPr/>
        </p:nvSpPr>
        <p:spPr>
          <a:xfrm>
            <a:off x="7772507" y="2485292"/>
            <a:ext cx="606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C+D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886ADEA6-F18D-CB67-D477-A0AFAABDC9C4}"/>
              </a:ext>
            </a:extLst>
          </p:cNvPr>
          <p:cNvSpPr/>
          <p:nvPr/>
        </p:nvSpPr>
        <p:spPr>
          <a:xfrm>
            <a:off x="6899385" y="4510121"/>
            <a:ext cx="2291508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TA1 = (A/A+B)*100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16553FB-03DA-6B02-369E-F847A57C749A}"/>
              </a:ext>
            </a:extLst>
          </p:cNvPr>
          <p:cNvSpPr/>
          <p:nvPr/>
        </p:nvSpPr>
        <p:spPr>
          <a:xfrm>
            <a:off x="6899386" y="5248237"/>
            <a:ext cx="2291508" cy="52322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TA2 = (C/C+D)*100</a:t>
            </a:r>
          </a:p>
        </p:txBody>
      </p:sp>
    </p:spTree>
    <p:extLst>
      <p:ext uri="{BB962C8B-B14F-4D97-AF65-F5344CB8AC3E}">
        <p14:creationId xmlns:p14="http://schemas.microsoft.com/office/powerpoint/2010/main" val="336625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56A3F3-1ECE-A14A-A3A7-4DD1382E4DBE}"/>
              </a:ext>
            </a:extLst>
          </p:cNvPr>
          <p:cNvSpPr txBox="1"/>
          <p:nvPr/>
        </p:nvSpPr>
        <p:spPr>
          <a:xfrm>
            <a:off x="244419" y="1053455"/>
            <a:ext cx="75573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Análise de dados</a:t>
            </a:r>
            <a:endParaRPr lang="pt-BR" sz="2500" b="1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E937C5F-8788-E122-FD65-863356B403F3}"/>
              </a:ext>
            </a:extLst>
          </p:cNvPr>
          <p:cNvSpPr txBox="1"/>
          <p:nvPr/>
        </p:nvSpPr>
        <p:spPr>
          <a:xfrm>
            <a:off x="244419" y="1957510"/>
            <a:ext cx="11634072" cy="134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50000"/>
              </a:lnSpc>
            </a:pPr>
            <a:r>
              <a:rPr lang="pt-BR" sz="2000" b="1" dirty="0">
                <a:solidFill>
                  <a:schemeClr val="bg1">
                    <a:lumMod val="50000"/>
                  </a:schemeClr>
                </a:solidFill>
              </a:rPr>
              <a:t>RISCO RELATIVO (RR): </a:t>
            </a:r>
            <a:r>
              <a:rPr lang="pt-BR" dirty="0"/>
              <a:t>calculado pela </a:t>
            </a:r>
            <a:r>
              <a:rPr lang="pt-BR" b="1" dirty="0"/>
              <a:t>razão entre a taxa de ataque nos indivíduos expostos e a taxa de ataque nos indivíduos não expostos</a:t>
            </a:r>
            <a:r>
              <a:rPr lang="pt-BR" dirty="0"/>
              <a:t>, e aponta </a:t>
            </a:r>
            <a:r>
              <a:rPr lang="pt-BR" b="1" dirty="0"/>
              <a:t>quantas vezes a ocorrência do resultado no grupo de expostos é maior que aquela entre os não expostos.</a:t>
            </a:r>
            <a:endParaRPr lang="pt-BR" sz="1800" b="1" dirty="0">
              <a:solidFill>
                <a:srgbClr val="0D0D0D"/>
              </a:solidFill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1823191-5223-3B29-83BF-4F9C90B53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126" y="3965724"/>
            <a:ext cx="4618892" cy="1201502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AE24CE3-1CCD-2124-DFF8-BF4238C2E8A9}"/>
              </a:ext>
            </a:extLst>
          </p:cNvPr>
          <p:cNvSpPr/>
          <p:nvPr/>
        </p:nvSpPr>
        <p:spPr>
          <a:xfrm>
            <a:off x="6301506" y="3851909"/>
            <a:ext cx="4249262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Incidência de desfechos entre os expostos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EB58953-E837-FA7F-462D-3B4811063748}"/>
              </a:ext>
            </a:extLst>
          </p:cNvPr>
          <p:cNvSpPr/>
          <p:nvPr/>
        </p:nvSpPr>
        <p:spPr>
          <a:xfrm>
            <a:off x="6301506" y="4590025"/>
            <a:ext cx="4249262" cy="52322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Incidência de desfechos entre os NÃO expostos</a:t>
            </a:r>
          </a:p>
        </p:txBody>
      </p:sp>
    </p:spTree>
    <p:extLst>
      <p:ext uri="{BB962C8B-B14F-4D97-AF65-F5344CB8AC3E}">
        <p14:creationId xmlns:p14="http://schemas.microsoft.com/office/powerpoint/2010/main" val="351439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56A3F3-1ECE-A14A-A3A7-4DD1382E4DBE}"/>
              </a:ext>
            </a:extLst>
          </p:cNvPr>
          <p:cNvSpPr txBox="1"/>
          <p:nvPr/>
        </p:nvSpPr>
        <p:spPr>
          <a:xfrm>
            <a:off x="244419" y="1053455"/>
            <a:ext cx="75573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Análise de dados</a:t>
            </a:r>
            <a:endParaRPr lang="pt-BR" sz="2500" b="1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E937C5F-8788-E122-FD65-863356B403F3}"/>
              </a:ext>
            </a:extLst>
          </p:cNvPr>
          <p:cNvSpPr txBox="1"/>
          <p:nvPr/>
        </p:nvSpPr>
        <p:spPr>
          <a:xfrm>
            <a:off x="244419" y="1957510"/>
            <a:ext cx="11634072" cy="134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50000"/>
              </a:lnSpc>
            </a:pPr>
            <a:r>
              <a:rPr lang="pt-BR" sz="2000" b="1" dirty="0">
                <a:solidFill>
                  <a:schemeClr val="bg1">
                    <a:lumMod val="50000"/>
                  </a:schemeClr>
                </a:solidFill>
              </a:rPr>
              <a:t>RISCO RELATIVO (RR): </a:t>
            </a:r>
            <a:r>
              <a:rPr lang="pt-BR" dirty="0"/>
              <a:t>calculado pela </a:t>
            </a:r>
            <a:r>
              <a:rPr lang="pt-BR" b="1" dirty="0"/>
              <a:t>razão entre a taxa de ataque nos indivíduos expostos e a taxa de ataque nos indivíduos não expostos</a:t>
            </a:r>
            <a:r>
              <a:rPr lang="pt-BR" dirty="0"/>
              <a:t>, e aponta </a:t>
            </a:r>
            <a:r>
              <a:rPr lang="pt-BR" b="1" dirty="0"/>
              <a:t>quantas vezes a ocorrência do resultado no grupo de expostos é maior que aquela entre os não expostos.</a:t>
            </a:r>
            <a:endParaRPr lang="pt-BR" sz="1800" b="1" dirty="0">
              <a:solidFill>
                <a:srgbClr val="0D0D0D"/>
              </a:solidFill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1823191-5223-3B29-83BF-4F9C90B53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126" y="3965724"/>
            <a:ext cx="4618892" cy="1201502"/>
          </a:xfrm>
          <a:prstGeom prst="rect">
            <a:avLst/>
          </a:prstGeom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FCA481B0-80A9-5C20-4573-E04DC4405124}"/>
              </a:ext>
            </a:extLst>
          </p:cNvPr>
          <p:cNvSpPr/>
          <p:nvPr/>
        </p:nvSpPr>
        <p:spPr>
          <a:xfrm>
            <a:off x="7086954" y="3831876"/>
            <a:ext cx="2291508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TA1 = (A/A+B)*100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1A8ED37-997F-E656-B939-1CAD5A124901}"/>
              </a:ext>
            </a:extLst>
          </p:cNvPr>
          <p:cNvSpPr/>
          <p:nvPr/>
        </p:nvSpPr>
        <p:spPr>
          <a:xfrm>
            <a:off x="7086955" y="4569992"/>
            <a:ext cx="2291508" cy="523220"/>
          </a:xfrm>
          <a:prstGeom prst="round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TA2 = (C/C+D)*100</a:t>
            </a:r>
          </a:p>
        </p:txBody>
      </p:sp>
    </p:spTree>
    <p:extLst>
      <p:ext uri="{BB962C8B-B14F-4D97-AF65-F5344CB8AC3E}">
        <p14:creationId xmlns:p14="http://schemas.microsoft.com/office/powerpoint/2010/main" val="11641234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56A3F3-1ECE-A14A-A3A7-4DD1382E4DBE}"/>
              </a:ext>
            </a:extLst>
          </p:cNvPr>
          <p:cNvSpPr txBox="1"/>
          <p:nvPr/>
        </p:nvSpPr>
        <p:spPr>
          <a:xfrm>
            <a:off x="244419" y="1053455"/>
            <a:ext cx="75573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Análise de dados</a:t>
            </a:r>
            <a:endParaRPr lang="pt-BR" sz="2500" b="1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E937C5F-8788-E122-FD65-863356B403F3}"/>
              </a:ext>
            </a:extLst>
          </p:cNvPr>
          <p:cNvSpPr txBox="1"/>
          <p:nvPr/>
        </p:nvSpPr>
        <p:spPr>
          <a:xfrm>
            <a:off x="244419" y="1957510"/>
            <a:ext cx="11634072" cy="134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50000"/>
              </a:lnSpc>
            </a:pPr>
            <a:r>
              <a:rPr lang="pt-BR" sz="2000" b="1" dirty="0">
                <a:solidFill>
                  <a:schemeClr val="bg1">
                    <a:lumMod val="50000"/>
                  </a:schemeClr>
                </a:solidFill>
              </a:rPr>
              <a:t>RISCO RELATIVO (RR): </a:t>
            </a:r>
            <a:r>
              <a:rPr lang="pt-BR" dirty="0"/>
              <a:t>calculado pela </a:t>
            </a:r>
            <a:r>
              <a:rPr lang="pt-BR" b="1" dirty="0"/>
              <a:t>razão entre a taxa de ataque nos indivíduos expostos e a taxa de ataque nos indivíduos não expostos</a:t>
            </a:r>
            <a:r>
              <a:rPr lang="pt-BR" dirty="0"/>
              <a:t>, e aponta </a:t>
            </a:r>
            <a:r>
              <a:rPr lang="pt-BR" b="1" dirty="0"/>
              <a:t>quantas vezes a ocorrência do resultado no grupo de expostos é maior que aquela entre os não expostos.</a:t>
            </a:r>
            <a:endParaRPr lang="pt-BR" sz="1800" b="1" dirty="0">
              <a:solidFill>
                <a:srgbClr val="0D0D0D"/>
              </a:solidFill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B1823191-5223-3B29-83BF-4F9C90B53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126" y="3965724"/>
            <a:ext cx="4618892" cy="1201502"/>
          </a:xfrm>
          <a:prstGeom prst="rect">
            <a:avLst/>
          </a:prstGeom>
        </p:spPr>
      </p:pic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48326D6-429E-6C10-4F96-FA4B755E20EE}"/>
              </a:ext>
            </a:extLst>
          </p:cNvPr>
          <p:cNvSpPr/>
          <p:nvPr/>
        </p:nvSpPr>
        <p:spPr>
          <a:xfrm>
            <a:off x="5738800" y="3418769"/>
            <a:ext cx="4765077" cy="52322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accent4">
                    <a:lumMod val="50000"/>
                  </a:schemeClr>
                </a:solidFill>
              </a:rPr>
              <a:t>RR = 1 Ausência de associação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231AE08-B91A-26E3-03C0-61D9294B5EFF}"/>
              </a:ext>
            </a:extLst>
          </p:cNvPr>
          <p:cNvSpPr/>
          <p:nvPr/>
        </p:nvSpPr>
        <p:spPr>
          <a:xfrm>
            <a:off x="5738800" y="4061214"/>
            <a:ext cx="4765076" cy="934482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RR &lt; 1 Sugere que o fator estudado não apresenta risco, mas é um fator de proteção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04A9BF6-264A-B084-40D7-7779A10E33DE}"/>
              </a:ext>
            </a:extLst>
          </p:cNvPr>
          <p:cNvSpPr/>
          <p:nvPr/>
        </p:nvSpPr>
        <p:spPr>
          <a:xfrm>
            <a:off x="5738799" y="5114920"/>
            <a:ext cx="4765075" cy="934481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b="1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RR &gt; 1 Sugere que há associação e que o fator estudado é fator de risco para ocorrência do efeito</a:t>
            </a:r>
          </a:p>
        </p:txBody>
      </p:sp>
    </p:spTree>
    <p:extLst>
      <p:ext uri="{BB962C8B-B14F-4D97-AF65-F5344CB8AC3E}">
        <p14:creationId xmlns:p14="http://schemas.microsoft.com/office/powerpoint/2010/main" val="354749039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56A3F3-1ECE-A14A-A3A7-4DD1382E4DBE}"/>
              </a:ext>
            </a:extLst>
          </p:cNvPr>
          <p:cNvSpPr txBox="1"/>
          <p:nvPr/>
        </p:nvSpPr>
        <p:spPr>
          <a:xfrm>
            <a:off x="244419" y="1053455"/>
            <a:ext cx="75573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Análise de dados</a:t>
            </a:r>
            <a:endParaRPr lang="pt-BR" sz="2500" b="1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CE0E027-68B3-CA62-E9F4-246406FA78A2}"/>
              </a:ext>
            </a:extLst>
          </p:cNvPr>
          <p:cNvSpPr txBox="1"/>
          <p:nvPr/>
        </p:nvSpPr>
        <p:spPr>
          <a:xfrm>
            <a:off x="244419" y="1565354"/>
            <a:ext cx="6375728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50000"/>
              </a:lnSpc>
            </a:pPr>
            <a:r>
              <a:rPr lang="pt-BR" sz="2000" b="1" dirty="0">
                <a:solidFill>
                  <a:schemeClr val="bg1">
                    <a:lumMod val="50000"/>
                  </a:schemeClr>
                </a:solidFill>
              </a:rPr>
              <a:t>RISCO ATRIBUÍVEL (RA): </a:t>
            </a:r>
            <a:r>
              <a:rPr lang="pt-BR" dirty="0"/>
              <a:t>diferença entre TA1 e TA2.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F4A80FA-E498-75B2-653A-EDD1D1265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87" y="2464625"/>
            <a:ext cx="5134791" cy="284363"/>
          </a:xfrm>
          <a:prstGeom prst="rect">
            <a:avLst/>
          </a:prstGeom>
        </p:spPr>
      </p:pic>
      <p:grpSp>
        <p:nvGrpSpPr>
          <p:cNvPr id="5" name="Agrupar 4">
            <a:extLst>
              <a:ext uri="{FF2B5EF4-FFF2-40B4-BE49-F238E27FC236}">
                <a16:creationId xmlns:a16="http://schemas.microsoft.com/office/drawing/2014/main" id="{88FDFB5B-74FA-CCCA-79B4-BDE2DDB9C352}"/>
              </a:ext>
            </a:extLst>
          </p:cNvPr>
          <p:cNvGrpSpPr/>
          <p:nvPr/>
        </p:nvGrpSpPr>
        <p:grpSpPr>
          <a:xfrm>
            <a:off x="437061" y="3141967"/>
            <a:ext cx="6183086" cy="2662578"/>
            <a:chOff x="2214338" y="2329449"/>
            <a:chExt cx="6183086" cy="2662578"/>
          </a:xfrm>
        </p:grpSpPr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4DEFD220-64B4-E460-5CDF-4DBF9B0EBE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14338" y="2562959"/>
              <a:ext cx="6183086" cy="2152069"/>
            </a:xfrm>
            <a:prstGeom prst="rect">
              <a:avLst/>
            </a:prstGeom>
          </p:spPr>
        </p:pic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id="{7E643647-42C2-41FD-7883-3CDF4393F366}"/>
                </a:ext>
              </a:extLst>
            </p:cNvPr>
            <p:cNvSpPr txBox="1"/>
            <p:nvPr/>
          </p:nvSpPr>
          <p:spPr>
            <a:xfrm>
              <a:off x="2214338" y="2329449"/>
              <a:ext cx="618308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200" dirty="0"/>
                <a:t>Alimentos consumidos e comensais envolvidos em surto de DTHA em funcionários da empresa A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id="{F213AEDC-98FF-645B-9A04-7EC2F7F35F21}"/>
                </a:ext>
              </a:extLst>
            </p:cNvPr>
            <p:cNvSpPr txBox="1"/>
            <p:nvPr/>
          </p:nvSpPr>
          <p:spPr>
            <a:xfrm>
              <a:off x="2214338" y="4730417"/>
              <a:ext cx="1071155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100" dirty="0"/>
                <a:t>Fonte: SVS/MS.</a:t>
              </a:r>
            </a:p>
          </p:txBody>
        </p:sp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35EE8437-90A9-1CBA-AD57-0FE550798AD4}"/>
              </a:ext>
            </a:extLst>
          </p:cNvPr>
          <p:cNvSpPr txBox="1"/>
          <p:nvPr/>
        </p:nvSpPr>
        <p:spPr>
          <a:xfrm>
            <a:off x="6955898" y="2265158"/>
            <a:ext cx="4787318" cy="327777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pt-BR"/>
            </a:defPPr>
            <a:lvl1pPr algn="ctr">
              <a:lnSpc>
                <a:spcPct val="150000"/>
              </a:lnSpc>
              <a:defRPr sz="1400" b="1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dirty="0"/>
              <a:t>INTERPRETAÇÃO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0" dirty="0">
                <a:solidFill>
                  <a:schemeClr val="bg1"/>
                </a:solidFill>
              </a:rPr>
              <a:t>Alimentos ou refeições com maiores diferenças positivas nas taxas de ataque (RA) provavelmente são responsáveis pelo surto e devem ser analisados em laboratório. Além disso, o quadro clínico e o período de incubação ajudam a formular hipóteses sobre o agente causador e a identificar os alimentos com maior probabilidade de transmiti-lo.</a:t>
            </a:r>
          </a:p>
        </p:txBody>
      </p:sp>
    </p:spTree>
    <p:extLst>
      <p:ext uri="{BB962C8B-B14F-4D97-AF65-F5344CB8AC3E}">
        <p14:creationId xmlns:p14="http://schemas.microsoft.com/office/powerpoint/2010/main" val="28932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56A3F3-1ECE-A14A-A3A7-4DD1382E4DBE}"/>
              </a:ext>
            </a:extLst>
          </p:cNvPr>
          <p:cNvSpPr txBox="1"/>
          <p:nvPr/>
        </p:nvSpPr>
        <p:spPr>
          <a:xfrm>
            <a:off x="244419" y="1053455"/>
            <a:ext cx="75573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Análise de dados</a:t>
            </a:r>
            <a:endParaRPr lang="pt-BR" sz="2500" b="1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CE0E027-68B3-CA62-E9F4-246406FA78A2}"/>
              </a:ext>
            </a:extLst>
          </p:cNvPr>
          <p:cNvSpPr txBox="1"/>
          <p:nvPr/>
        </p:nvSpPr>
        <p:spPr>
          <a:xfrm>
            <a:off x="322505" y="1576675"/>
            <a:ext cx="11625076" cy="3737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dirty="0"/>
              <a:t>Quando </a:t>
            </a:r>
            <a:r>
              <a:rPr lang="pt-BR" sz="2000" b="1" dirty="0"/>
              <a:t>mais de um alimento estiver relacionado ao surto</a:t>
            </a:r>
            <a:r>
              <a:rPr lang="pt-BR" sz="2000" dirty="0"/>
              <a:t>, mesmo com um apresentando maior </a:t>
            </a:r>
            <a:r>
              <a:rPr lang="pt-BR" sz="2000" b="1" dirty="0"/>
              <a:t>RR</a:t>
            </a:r>
            <a:r>
              <a:rPr lang="pt-BR" sz="2000" dirty="0"/>
              <a:t> que o outro, é essencial avaliar </a:t>
            </a:r>
            <a:r>
              <a:rPr lang="pt-BR" sz="2000" b="1" dirty="0"/>
              <a:t>fatores que podem ter contribuído para a contaminação de vários alimentos</a:t>
            </a:r>
            <a:r>
              <a:rPr lang="pt-BR" sz="2000" dirty="0"/>
              <a:t>, como:</a:t>
            </a:r>
          </a:p>
          <a:p>
            <a:pPr marL="363538" indent="-1873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Falhas na manipulação, conservação, transporte e distribuição;</a:t>
            </a:r>
          </a:p>
          <a:p>
            <a:pPr marL="363538" indent="-1873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Manipuladores assintomáticos ou com práticas inadequadas de higiene;</a:t>
            </a:r>
          </a:p>
          <a:p>
            <a:pPr marL="363538" indent="-1873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Preparação muito antes do consumo e armazenamento inadequado;</a:t>
            </a:r>
          </a:p>
          <a:p>
            <a:pPr marL="363538" indent="-1873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Higienização inadequada de utensílios e equipamentos;</a:t>
            </a:r>
          </a:p>
          <a:p>
            <a:pPr marL="363538" indent="-1873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Adição acidental/intencional de substâncias tóxicas;</a:t>
            </a:r>
          </a:p>
          <a:p>
            <a:pPr marL="363538" indent="-1873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Uso de água não potável ou não monitorada.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FE34C3F-C660-3E26-08E6-C8DCB70D88C8}"/>
              </a:ext>
            </a:extLst>
          </p:cNvPr>
          <p:cNvSpPr txBox="1"/>
          <p:nvPr/>
        </p:nvSpPr>
        <p:spPr>
          <a:xfrm>
            <a:off x="322505" y="5379795"/>
            <a:ext cx="11546990" cy="123466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pt-BR"/>
            </a:defPPr>
            <a:lvl1pPr algn="ctr">
              <a:lnSpc>
                <a:spcPct val="150000"/>
              </a:lnSpc>
              <a:defRPr sz="1400" b="1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pt-BR" dirty="0"/>
              <a:t>ATENÇÃO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altLang="pt-BR" sz="1600" b="0" dirty="0">
                <a:solidFill>
                  <a:schemeClr val="bg1"/>
                </a:solidFill>
              </a:rPr>
              <a:t>Nesta fase da investigação, a equipe já possui dados suficientes para definir e divulgar relatórios preliminares sobre a magnitude, gravidade, alimento(s) responsável(</a:t>
            </a:r>
            <a:r>
              <a:rPr lang="pt-BR" altLang="pt-BR" sz="1600" b="0" dirty="0" err="1">
                <a:solidFill>
                  <a:schemeClr val="bg1"/>
                </a:solidFill>
              </a:rPr>
              <a:t>is</a:t>
            </a:r>
            <a:r>
              <a:rPr lang="pt-BR" altLang="pt-BR" sz="1600" b="0" dirty="0">
                <a:solidFill>
                  <a:schemeClr val="bg1"/>
                </a:solidFill>
              </a:rPr>
              <a:t>), agente(s) etiológico(s) presumível(eis) e fatores contribuintes para o surto.</a:t>
            </a:r>
          </a:p>
        </p:txBody>
      </p:sp>
    </p:spTree>
    <p:extLst>
      <p:ext uri="{BB962C8B-B14F-4D97-AF65-F5344CB8AC3E}">
        <p14:creationId xmlns:p14="http://schemas.microsoft.com/office/powerpoint/2010/main" val="3276282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56A3F3-1ECE-A14A-A3A7-4DD1382E4DBE}"/>
              </a:ext>
            </a:extLst>
          </p:cNvPr>
          <p:cNvSpPr txBox="1"/>
          <p:nvPr/>
        </p:nvSpPr>
        <p:spPr>
          <a:xfrm>
            <a:off x="244419" y="1053455"/>
            <a:ext cx="75573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Relatório</a:t>
            </a:r>
            <a:endParaRPr lang="pt-BR" sz="2500" b="1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017D1FA-44FC-C424-7160-965E340E3F4E}"/>
              </a:ext>
            </a:extLst>
          </p:cNvPr>
          <p:cNvSpPr txBox="1"/>
          <p:nvPr/>
        </p:nvSpPr>
        <p:spPr>
          <a:xfrm>
            <a:off x="253222" y="1534862"/>
            <a:ext cx="11685555" cy="4199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dirty="0"/>
              <a:t>O relatório deve reunir e resumir todas as informações sobre o evento, incluindo:</a:t>
            </a:r>
          </a:p>
          <a:p>
            <a:pPr marL="363538" indent="-1873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Início do surto e descrição dos casos;</a:t>
            </a:r>
          </a:p>
          <a:p>
            <a:pPr marL="363538" indent="-1873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Hipóteses levantadas e fatores causais identificados (por evidência clínica, epidemiológica ou laboratorial);</a:t>
            </a:r>
          </a:p>
          <a:p>
            <a:pPr marL="363538" indent="-1873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Medidas de controle adotadas e sua eficácia;</a:t>
            </a:r>
          </a:p>
          <a:p>
            <a:pPr marL="363538" indent="-1873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Falhas que contribuíram para o surto;</a:t>
            </a:r>
          </a:p>
          <a:p>
            <a:pPr marL="363538" indent="-1873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Recomendações para os serviços de saúde e outros setores a médio e longo prazo.</a:t>
            </a:r>
          </a:p>
          <a:p>
            <a:pPr>
              <a:lnSpc>
                <a:spcPct val="150000"/>
              </a:lnSpc>
            </a:pPr>
            <a:r>
              <a:rPr lang="pt-BR" sz="2000" dirty="0"/>
              <a:t>O relatório deve conter os contatos dos investigadores e ser enviado aos profissionais envolvidos, autoridades locais e nacionais. A disseminação dessas informações é crucial para prevenir novos surtos e informar a sociedade.</a:t>
            </a:r>
          </a:p>
        </p:txBody>
      </p:sp>
    </p:spTree>
    <p:extLst>
      <p:ext uri="{BB962C8B-B14F-4D97-AF65-F5344CB8AC3E}">
        <p14:creationId xmlns:p14="http://schemas.microsoft.com/office/powerpoint/2010/main" val="436499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5485085-2671-12B2-9031-4A6C54BA7339}"/>
              </a:ext>
            </a:extLst>
          </p:cNvPr>
          <p:cNvSpPr txBox="1"/>
          <p:nvPr/>
        </p:nvSpPr>
        <p:spPr>
          <a:xfrm>
            <a:off x="244419" y="576401"/>
            <a:ext cx="7557342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500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ETAPAS DA INVESTIGAÇÃO DE CASOS E SURTO DE DTHA</a:t>
            </a:r>
            <a:endParaRPr lang="pt-BR" sz="2500" b="1" dirty="0">
              <a:solidFill>
                <a:schemeClr val="tx2">
                  <a:lumMod val="20000"/>
                  <a:lumOff val="80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56A3F3-1ECE-A14A-A3A7-4DD1382E4DBE}"/>
              </a:ext>
            </a:extLst>
          </p:cNvPr>
          <p:cNvSpPr txBox="1"/>
          <p:nvPr/>
        </p:nvSpPr>
        <p:spPr>
          <a:xfrm>
            <a:off x="244419" y="1053455"/>
            <a:ext cx="755734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</a:rPr>
              <a:t>Fluxo de informação/comunicação</a:t>
            </a:r>
            <a:endParaRPr lang="pt-BR" sz="2500" b="1" dirty="0">
              <a:solidFill>
                <a:srgbClr val="002060"/>
              </a:solidFill>
              <a:ea typeface="Calibri"/>
              <a:cs typeface="Calibri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0BEBE44-9155-FB1D-04A8-84C55938BB63}"/>
              </a:ext>
            </a:extLst>
          </p:cNvPr>
          <p:cNvSpPr txBox="1"/>
          <p:nvPr/>
        </p:nvSpPr>
        <p:spPr>
          <a:xfrm>
            <a:off x="253222" y="1534862"/>
            <a:ext cx="11685555" cy="5122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000" dirty="0"/>
              <a:t>Durante surtos, é crucial estabelecer estratégias eficazes de comunicação com a população e profissionais de saúde. Para isso, a equipe de investigação deve:</a:t>
            </a:r>
          </a:p>
          <a:p>
            <a:pPr marL="363538" indent="-18732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Criar </a:t>
            </a:r>
            <a:r>
              <a:rPr lang="pt-BR" sz="2000" b="1" dirty="0"/>
              <a:t>fluxos claros de comunicação entre a equipe, pacientes, mídia e profissionais de saúde</a:t>
            </a:r>
            <a:r>
              <a:rPr lang="pt-BR" sz="2000" dirty="0"/>
              <a:t>, evitando sobreposições de informações.</a:t>
            </a:r>
          </a:p>
          <a:p>
            <a:pPr marL="363538" indent="-18732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Assegurar </a:t>
            </a:r>
            <a:r>
              <a:rPr lang="pt-BR" sz="2000" b="1" dirty="0"/>
              <a:t>precisão, frequência e pontualidade na disponibilização dos dados</a:t>
            </a:r>
            <a:r>
              <a:rPr lang="pt-BR" sz="2000" dirty="0"/>
              <a:t>.</a:t>
            </a:r>
          </a:p>
          <a:p>
            <a:pPr marL="363538" indent="-18732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b="1" dirty="0"/>
              <a:t>Compartilhar continuamente informações entre os níveis de gestão do SUS.</a:t>
            </a:r>
          </a:p>
          <a:p>
            <a:pPr marL="363538" indent="-18732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Produzir e divulgar </a:t>
            </a:r>
            <a:r>
              <a:rPr lang="pt-BR" sz="2000" b="1" dirty="0"/>
              <a:t>documentos técnicos para orientar e sensibilizar profissionais de saúde</a:t>
            </a:r>
            <a:r>
              <a:rPr lang="pt-BR" sz="2000" dirty="0"/>
              <a:t>, ajudando a prevenir futuros surtos.</a:t>
            </a:r>
          </a:p>
          <a:p>
            <a:pPr marL="363538" indent="-18732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/>
              <a:t>Utilizar os </a:t>
            </a:r>
            <a:r>
              <a:rPr lang="pt-BR" sz="2000" b="1" dirty="0"/>
              <a:t>meios de comunicação de forma construtiva</a:t>
            </a:r>
            <a:r>
              <a:rPr lang="pt-BR" sz="20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pt-BR" sz="2000" dirty="0"/>
              <a:t>Em situações de preocupação pública ou cobertura midiática, é necessário emitir notas de esclarecimento para garantir a transparência e veracidade das informações.</a:t>
            </a:r>
          </a:p>
        </p:txBody>
      </p:sp>
    </p:spTree>
    <p:extLst>
      <p:ext uri="{BB962C8B-B14F-4D97-AF65-F5344CB8AC3E}">
        <p14:creationId xmlns:p14="http://schemas.microsoft.com/office/powerpoint/2010/main" val="4183538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DFACD-7A7B-536D-6493-02A3BA49C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E97EE4B-67BD-0EE3-D93D-FF6AE638D66D}"/>
              </a:ext>
            </a:extLst>
          </p:cNvPr>
          <p:cNvSpPr txBox="1"/>
          <p:nvPr/>
        </p:nvSpPr>
        <p:spPr>
          <a:xfrm>
            <a:off x="244419" y="576401"/>
            <a:ext cx="7276969" cy="4770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pt-BR"/>
            </a:defPPr>
            <a:lvl1pPr>
              <a:defRPr sz="2500" b="1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pt-BR" dirty="0"/>
              <a:t>DOENÇAS DE TRANSMISSÃO HÍDRICA E ALIMENTAR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7E3FA3-A97C-74E7-3BC1-66A20BC74D39}"/>
              </a:ext>
            </a:extLst>
          </p:cNvPr>
          <p:cNvSpPr txBox="1"/>
          <p:nvPr/>
        </p:nvSpPr>
        <p:spPr>
          <a:xfrm>
            <a:off x="244419" y="748564"/>
            <a:ext cx="6002448" cy="6097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2500" b="1" dirty="0">
                <a:solidFill>
                  <a:srgbClr val="002060"/>
                </a:solidFill>
                <a:ea typeface="+mn-lt"/>
                <a:cs typeface="+mn-lt"/>
              </a:rPr>
              <a:t>MEDIDAS DE PREVENÇÃO</a:t>
            </a:r>
          </a:p>
        </p:txBody>
      </p:sp>
      <p:pic>
        <p:nvPicPr>
          <p:cNvPr id="2050" name="Picture 2" descr="Dia Mundial da Higiene das Mãos">
            <a:extLst>
              <a:ext uri="{FF2B5EF4-FFF2-40B4-BE49-F238E27FC236}">
                <a16:creationId xmlns:a16="http://schemas.microsoft.com/office/drawing/2014/main" id="{4D7FABA4-A18C-D5FF-3B2F-E7B9767EF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542" y="1486572"/>
            <a:ext cx="1555376" cy="155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81EA768-9923-4FA8-A555-159BF93B53E7}"/>
              </a:ext>
            </a:extLst>
          </p:cNvPr>
          <p:cNvSpPr txBox="1"/>
          <p:nvPr/>
        </p:nvSpPr>
        <p:spPr>
          <a:xfrm>
            <a:off x="2192648" y="1530509"/>
            <a:ext cx="2473073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600" b="1" dirty="0">
                <a:solidFill>
                  <a:srgbClr val="002060"/>
                </a:solidFill>
                <a:ea typeface="+mn-lt"/>
                <a:cs typeface="+mn-lt"/>
              </a:rPr>
              <a:t>CORRETA HIGIENIZAÇÃO DAS MÃOS E ALIMENTOS, PRINCIPALMENTE ANTES DO PREPARO DE ALIMENTOS E REFEIÇÕES </a:t>
            </a:r>
          </a:p>
        </p:txBody>
      </p:sp>
      <p:pic>
        <p:nvPicPr>
          <p:cNvPr id="2052" name="Picture 4" descr="Vetores de Peixe Cru - Baixe vetores grátis de alta qualidade do Freepik |  Freepik">
            <a:extLst>
              <a:ext uri="{FF2B5EF4-FFF2-40B4-BE49-F238E27FC236}">
                <a16:creationId xmlns:a16="http://schemas.microsoft.com/office/drawing/2014/main" id="{02388EA6-9AE8-0410-F097-27C932984E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7" y="3304391"/>
            <a:ext cx="1358433" cy="1689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0429758-7631-9914-D64A-419C2278EC04}"/>
              </a:ext>
            </a:extLst>
          </p:cNvPr>
          <p:cNvSpPr txBox="1"/>
          <p:nvPr/>
        </p:nvSpPr>
        <p:spPr>
          <a:xfrm>
            <a:off x="2296151" y="3763607"/>
            <a:ext cx="247307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600" b="1" dirty="0">
                <a:solidFill>
                  <a:srgbClr val="002060"/>
                </a:solidFill>
                <a:ea typeface="+mn-lt"/>
                <a:cs typeface="+mn-lt"/>
              </a:rPr>
              <a:t>NÃO INGERIR ALIMENTOS CRUS OU MAL COZIDOS</a:t>
            </a:r>
          </a:p>
        </p:txBody>
      </p:sp>
      <p:pic>
        <p:nvPicPr>
          <p:cNvPr id="2054" name="Picture 6" descr="Bloqueado cancelar proibido - Ícones Interface do usuário e gestos">
            <a:extLst>
              <a:ext uri="{FF2B5EF4-FFF2-40B4-BE49-F238E27FC236}">
                <a16:creationId xmlns:a16="http://schemas.microsoft.com/office/drawing/2014/main" id="{69090ECD-7C8A-8742-A707-F034A44B40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365" y="3304391"/>
            <a:ext cx="1555376" cy="155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ce Tea On Plastic Cup With Lemon Side View Generative Ai Technology, Tea,  Ice, Glass PNG Transparent Image and Clipart for Free Download">
            <a:extLst>
              <a:ext uri="{FF2B5EF4-FFF2-40B4-BE49-F238E27FC236}">
                <a16:creationId xmlns:a16="http://schemas.microsoft.com/office/drawing/2014/main" id="{E5169595-291E-6B7A-4547-1EDFD0B02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001" y="895142"/>
            <a:ext cx="1994647" cy="1994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92CFD2C-8EE4-52B0-CE58-AA4A9E24BD65}"/>
              </a:ext>
            </a:extLst>
          </p:cNvPr>
          <p:cNvSpPr txBox="1"/>
          <p:nvPr/>
        </p:nvSpPr>
        <p:spPr>
          <a:xfrm>
            <a:off x="8158648" y="1178926"/>
            <a:ext cx="2473073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600" b="1" dirty="0">
                <a:solidFill>
                  <a:srgbClr val="002060"/>
                </a:solidFill>
                <a:ea typeface="+mn-lt"/>
                <a:cs typeface="+mn-lt"/>
              </a:rPr>
              <a:t>NÃO CONSUMIR GELO, SUCOS, RASPADINHAS, SORVETES CUJA A PROCEDÊNCIA DA ÁGUA FOR DUVIDOSA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27EEC47-3CFC-7F70-CE4C-8464E2D92797}"/>
              </a:ext>
            </a:extLst>
          </p:cNvPr>
          <p:cNvSpPr txBox="1"/>
          <p:nvPr/>
        </p:nvSpPr>
        <p:spPr>
          <a:xfrm>
            <a:off x="8453731" y="3203522"/>
            <a:ext cx="247307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600" b="1" dirty="0">
                <a:solidFill>
                  <a:srgbClr val="002060"/>
                </a:solidFill>
                <a:ea typeface="+mn-lt"/>
                <a:cs typeface="+mn-lt"/>
              </a:rPr>
              <a:t>EVITAR O CONTATO COM ÁGUA CONTAMINADA</a:t>
            </a:r>
          </a:p>
        </p:txBody>
      </p:sp>
      <p:pic>
        <p:nvPicPr>
          <p:cNvPr id="2062" name="Picture 14" descr="Enchente PNG Images | Vetores E Arquivos PSD | Download Grátis Em Pngtree">
            <a:extLst>
              <a:ext uri="{FF2B5EF4-FFF2-40B4-BE49-F238E27FC236}">
                <a16:creationId xmlns:a16="http://schemas.microsoft.com/office/drawing/2014/main" id="{AA52EA7A-A8E1-A367-E010-FE73699F7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3731" y="2688965"/>
            <a:ext cx="2345672" cy="2170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 descr="Gráfico, Ícone&#10;&#10;O conteúdo gerado por IA pode estar incorreto.">
            <a:extLst>
              <a:ext uri="{FF2B5EF4-FFF2-40B4-BE49-F238E27FC236}">
                <a16:creationId xmlns:a16="http://schemas.microsoft.com/office/drawing/2014/main" id="{B4B03FC8-3B2E-F015-B64E-A5E54E25B3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7597" y="4817338"/>
            <a:ext cx="1677939" cy="1677939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DDB8E77F-2FDD-ED61-3723-40AE5D470D70}"/>
              </a:ext>
            </a:extLst>
          </p:cNvPr>
          <p:cNvSpPr txBox="1"/>
          <p:nvPr/>
        </p:nvSpPr>
        <p:spPr>
          <a:xfrm>
            <a:off x="8649402" y="5268536"/>
            <a:ext cx="247307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600" b="1" dirty="0">
                <a:solidFill>
                  <a:srgbClr val="002060"/>
                </a:solidFill>
                <a:ea typeface="+mn-lt"/>
                <a:cs typeface="+mn-lt"/>
              </a:rPr>
              <a:t>EVITAR CONTATO COM PESSOAS COM SINTOMAS</a:t>
            </a:r>
          </a:p>
        </p:txBody>
      </p:sp>
      <p:pic>
        <p:nvPicPr>
          <p:cNvPr id="15" name="Imagem 14" descr="Ícone&#10;&#10;O conteúdo gerado por IA pode estar incorreto.">
            <a:extLst>
              <a:ext uri="{FF2B5EF4-FFF2-40B4-BE49-F238E27FC236}">
                <a16:creationId xmlns:a16="http://schemas.microsoft.com/office/drawing/2014/main" id="{B6F687A4-ED79-AD70-FEE2-721B421677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308" y="5174094"/>
            <a:ext cx="1358434" cy="1358434"/>
          </a:xfrm>
          <a:prstGeom prst="rect">
            <a:avLst/>
          </a:prstGeom>
        </p:spPr>
      </p:pic>
      <p:sp>
        <p:nvSpPr>
          <p:cNvPr id="16" name="Elipse 15">
            <a:extLst>
              <a:ext uri="{FF2B5EF4-FFF2-40B4-BE49-F238E27FC236}">
                <a16:creationId xmlns:a16="http://schemas.microsoft.com/office/drawing/2014/main" id="{4AFDDD2B-A98D-B00C-C821-F0DAC302B6F3}"/>
              </a:ext>
            </a:extLst>
          </p:cNvPr>
          <p:cNvSpPr/>
          <p:nvPr/>
        </p:nvSpPr>
        <p:spPr>
          <a:xfrm>
            <a:off x="733348" y="5656306"/>
            <a:ext cx="672353" cy="771387"/>
          </a:xfrm>
          <a:prstGeom prst="ellipse">
            <a:avLst/>
          </a:prstGeom>
          <a:solidFill>
            <a:srgbClr val="90D8F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8310EEA-6C30-A065-ED82-D56F39A9C2F5}"/>
              </a:ext>
            </a:extLst>
          </p:cNvPr>
          <p:cNvSpPr txBox="1"/>
          <p:nvPr/>
        </p:nvSpPr>
        <p:spPr>
          <a:xfrm>
            <a:off x="2296151" y="5450602"/>
            <a:ext cx="247307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600" b="1" dirty="0">
                <a:solidFill>
                  <a:srgbClr val="002060"/>
                </a:solidFill>
                <a:ea typeface="+mn-lt"/>
                <a:cs typeface="+mn-lt"/>
              </a:rPr>
              <a:t>INGERIR APENAS ÁGUA TRATADA – PRÓPRIA PARA CONSUMO HUMANO</a:t>
            </a:r>
          </a:p>
        </p:txBody>
      </p:sp>
    </p:spTree>
    <p:extLst>
      <p:ext uri="{BB962C8B-B14F-4D97-AF65-F5344CB8AC3E}">
        <p14:creationId xmlns:p14="http://schemas.microsoft.com/office/powerpoint/2010/main" val="1628007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3" grpId="0"/>
      <p:bldP spid="1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B7F9E381-056B-491C-71C0-B64F1433B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10505"/>
            <a:ext cx="12192001" cy="145732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2048CA6E-79FE-BF7D-AF35-0F458ED105B9}"/>
              </a:ext>
            </a:extLst>
          </p:cNvPr>
          <p:cNvSpPr txBox="1">
            <a:spLocks/>
          </p:cNvSpPr>
          <p:nvPr/>
        </p:nvSpPr>
        <p:spPr>
          <a:xfrm>
            <a:off x="4574084" y="4320748"/>
            <a:ext cx="3043825" cy="275573"/>
          </a:xfrm>
          <a:prstGeom prst="rect">
            <a:avLst/>
          </a:prstGeom>
        </p:spPr>
        <p:txBody>
          <a:bodyPr lIns="91440" tIns="45720" rIns="91440" bIns="4572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1800" b="1" dirty="0">
                <a:latin typeface="Verdana"/>
                <a:ea typeface="Verdana"/>
                <a:cs typeface="Verdana" panose="020B0604030504040204" pitchFamily="34" charset="0"/>
              </a:rPr>
              <a:t>OBRIGADA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1994FB-015E-4063-2621-16EFAD0E473F}"/>
              </a:ext>
            </a:extLst>
          </p:cNvPr>
          <p:cNvSpPr txBox="1">
            <a:spLocks/>
          </p:cNvSpPr>
          <p:nvPr/>
        </p:nvSpPr>
        <p:spPr>
          <a:xfrm>
            <a:off x="4027920" y="5003459"/>
            <a:ext cx="4136159" cy="919299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70000"/>
              </a:lnSpc>
            </a:pPr>
            <a:r>
              <a:rPr lang="pt-BR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CONTATO:</a:t>
            </a:r>
            <a:br>
              <a:rPr lang="pt-BR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pt-BR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vitoria.souza@saude.sp.gov.br</a:t>
            </a:r>
          </a:p>
          <a:p>
            <a:pPr algn="ctr">
              <a:lnSpc>
                <a:spcPct val="170000"/>
              </a:lnSpc>
            </a:pPr>
            <a:r>
              <a:rPr lang="pt-BR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3066-8758/8258</a:t>
            </a:r>
          </a:p>
        </p:txBody>
      </p:sp>
    </p:spTree>
    <p:extLst>
      <p:ext uri="{BB962C8B-B14F-4D97-AF65-F5344CB8AC3E}">
        <p14:creationId xmlns:p14="http://schemas.microsoft.com/office/powerpoint/2010/main" val="261182271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4218</TotalTime>
  <Words>3324</Words>
  <Application>Microsoft Office PowerPoint</Application>
  <PresentationFormat>Widescreen</PresentationFormat>
  <Paragraphs>367</Paragraphs>
  <Slides>50</Slides>
  <Notes>3</Notes>
  <HiddenSlides>1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50</vt:i4>
      </vt:variant>
    </vt:vector>
  </HeadingPairs>
  <TitlesOfParts>
    <vt:vector size="60" baseType="lpstr">
      <vt:lpstr>Aptos</vt:lpstr>
      <vt:lpstr>Arial</vt:lpstr>
      <vt:lpstr>Calibri</vt:lpstr>
      <vt:lpstr>Courier New</vt:lpstr>
      <vt:lpstr>Google Sans</vt:lpstr>
      <vt:lpstr>Noto Sans</vt:lpstr>
      <vt:lpstr>Times New Roman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Thiago Rocha</dc:creator>
  <cp:lastModifiedBy>Alessandra Lucchesi de Menezes Xavier Franco</cp:lastModifiedBy>
  <cp:revision>53</cp:revision>
  <dcterms:created xsi:type="dcterms:W3CDTF">2023-03-16T21:20:46Z</dcterms:created>
  <dcterms:modified xsi:type="dcterms:W3CDTF">2025-05-29T13:52:14Z</dcterms:modified>
</cp:coreProperties>
</file>